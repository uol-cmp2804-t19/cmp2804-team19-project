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51" r:id="rId1"/>
  </p:sldMasterIdLst>
  <p:notesMasterIdLst>
    <p:notesMasterId r:id="rId21"/>
  </p:notesMasterIdLst>
  <p:sldIdLst>
    <p:sldId id="290" r:id="rId2"/>
    <p:sldId id="289" r:id="rId3"/>
    <p:sldId id="256" r:id="rId4"/>
    <p:sldId id="313" r:id="rId5"/>
    <p:sldId id="257" r:id="rId6"/>
    <p:sldId id="258" r:id="rId7"/>
    <p:sldId id="259" r:id="rId8"/>
    <p:sldId id="304" r:id="rId9"/>
    <p:sldId id="307" r:id="rId10"/>
    <p:sldId id="305" r:id="rId11"/>
    <p:sldId id="306" r:id="rId12"/>
    <p:sldId id="262" r:id="rId13"/>
    <p:sldId id="308" r:id="rId14"/>
    <p:sldId id="296" r:id="rId15"/>
    <p:sldId id="309" r:id="rId16"/>
    <p:sldId id="310" r:id="rId17"/>
    <p:sldId id="311" r:id="rId18"/>
    <p:sldId id="315" r:id="rId19"/>
    <p:sldId id="314" r:id="rId20"/>
  </p:sldIdLst>
  <p:sldSz cx="12192000" cy="6858000"/>
  <p:notesSz cx="6858000" cy="9144000"/>
  <p:embeddedFontLst>
    <p:embeddedFont>
      <p:font typeface="Calisto MT" panose="02040603050505030304" pitchFamily="18" charset="0"/>
      <p:regular r:id="rId22"/>
      <p:bold r:id="rId23"/>
      <p:italic r:id="rId24"/>
      <p:boldItalic r:id="rId25"/>
    </p:embeddedFont>
    <p:embeddedFont>
      <p:font typeface="Univers Condensed" panose="020B0506020202050204" pitchFamily="34" charset="0"/>
      <p:regular r:id="rId26"/>
      <p:bold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B017C8-21DC-47B0-8691-397898DB1FA7}" v="256" dt="2025-09-25T13:46:04.7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3" autoAdjust="0"/>
    <p:restoredTop sz="94660"/>
  </p:normalViewPr>
  <p:slideViewPr>
    <p:cSldViewPr snapToGrid="0">
      <p:cViewPr varScale="1">
        <p:scale>
          <a:sx n="90" d="100"/>
          <a:sy n="90" d="100"/>
        </p:scale>
        <p:origin x="74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k Doughty" userId="dd11778a-efac-49e8-8837-f18df6981ad8" providerId="ADAL" clId="{97281B58-FD2C-4EAD-925B-33430D676DA4}"/>
    <pc:docChg chg="undo custSel addSld delSld modSld sldOrd modMainMaster">
      <pc:chgData name="Mark Doughty" userId="dd11778a-efac-49e8-8837-f18df6981ad8" providerId="ADAL" clId="{97281B58-FD2C-4EAD-925B-33430D676DA4}" dt="2025-09-25T13:46:04.766" v="1593" actId="1076"/>
      <pc:docMkLst>
        <pc:docMk/>
      </pc:docMkLst>
      <pc:sldChg chg="addSp delSp modSp mod">
        <pc:chgData name="Mark Doughty" userId="dd11778a-efac-49e8-8837-f18df6981ad8" providerId="ADAL" clId="{97281B58-FD2C-4EAD-925B-33430D676DA4}" dt="2025-09-25T12:12:13.778" v="1536" actId="164"/>
        <pc:sldMkLst>
          <pc:docMk/>
          <pc:sldMk cId="3901340152" sldId="256"/>
        </pc:sldMkLst>
        <pc:spChg chg="mod">
          <ac:chgData name="Mark Doughty" userId="dd11778a-efac-49e8-8837-f18df6981ad8" providerId="ADAL" clId="{97281B58-FD2C-4EAD-925B-33430D676DA4}" dt="2025-09-25T10:08:16.266" v="54" actId="1076"/>
          <ac:spMkLst>
            <pc:docMk/>
            <pc:sldMk cId="3901340152" sldId="256"/>
            <ac:spMk id="3" creationId="{15B15FD7-88A5-C1EC-953E-B7E4B8E6AC2D}"/>
          </ac:spMkLst>
        </pc:spChg>
        <pc:spChg chg="add mod">
          <ac:chgData name="Mark Doughty" userId="dd11778a-efac-49e8-8837-f18df6981ad8" providerId="ADAL" clId="{97281B58-FD2C-4EAD-925B-33430D676DA4}" dt="2025-09-25T12:12:13.778" v="1536" actId="164"/>
          <ac:spMkLst>
            <pc:docMk/>
            <pc:sldMk cId="3901340152" sldId="256"/>
            <ac:spMk id="8" creationId="{97F387F2-5002-04A4-34B0-A10D54EB93C2}"/>
          </ac:spMkLst>
        </pc:spChg>
        <pc:grpChg chg="add mod">
          <ac:chgData name="Mark Doughty" userId="dd11778a-efac-49e8-8837-f18df6981ad8" providerId="ADAL" clId="{97281B58-FD2C-4EAD-925B-33430D676DA4}" dt="2025-09-25T12:12:13.778" v="1536" actId="164"/>
          <ac:grpSpMkLst>
            <pc:docMk/>
            <pc:sldMk cId="3901340152" sldId="256"/>
            <ac:grpSpMk id="10" creationId="{133D8A82-3036-55CB-0396-FD9169924B55}"/>
          </ac:grpSpMkLst>
        </pc:grpChg>
        <pc:picChg chg="add del mod">
          <ac:chgData name="Mark Doughty" userId="dd11778a-efac-49e8-8837-f18df6981ad8" providerId="ADAL" clId="{97281B58-FD2C-4EAD-925B-33430D676DA4}" dt="2025-09-25T12:12:13.778" v="1536" actId="164"/>
          <ac:picMkLst>
            <pc:docMk/>
            <pc:sldMk cId="3901340152" sldId="256"/>
            <ac:picMk id="7" creationId="{9A0C01DE-75FE-DB77-6E73-A5CE8183CA69}"/>
          </ac:picMkLst>
        </pc:picChg>
      </pc:sldChg>
      <pc:sldChg chg="addSp delSp modSp mod">
        <pc:chgData name="Mark Doughty" userId="dd11778a-efac-49e8-8837-f18df6981ad8" providerId="ADAL" clId="{97281B58-FD2C-4EAD-925B-33430D676DA4}" dt="2025-09-25T10:12:43.274" v="122" actId="20577"/>
        <pc:sldMkLst>
          <pc:docMk/>
          <pc:sldMk cId="3930410976" sldId="258"/>
        </pc:sldMkLst>
        <pc:spChg chg="mod">
          <ac:chgData name="Mark Doughty" userId="dd11778a-efac-49e8-8837-f18df6981ad8" providerId="ADAL" clId="{97281B58-FD2C-4EAD-925B-33430D676DA4}" dt="2025-09-25T10:12:43.274" v="122" actId="20577"/>
          <ac:spMkLst>
            <pc:docMk/>
            <pc:sldMk cId="3930410976" sldId="258"/>
            <ac:spMk id="2" creationId="{4AC104D9-4010-0E4B-60B5-0282A74B2437}"/>
          </ac:spMkLst>
        </pc:spChg>
        <pc:spChg chg="mod">
          <ac:chgData name="Mark Doughty" userId="dd11778a-efac-49e8-8837-f18df6981ad8" providerId="ADAL" clId="{97281B58-FD2C-4EAD-925B-33430D676DA4}" dt="2025-09-25T10:09:18.805" v="75" actId="20577"/>
          <ac:spMkLst>
            <pc:docMk/>
            <pc:sldMk cId="3930410976" sldId="258"/>
            <ac:spMk id="7" creationId="{D6A43DE5-4D61-04CD-5D40-85DF54B605FC}"/>
          </ac:spMkLst>
        </pc:spChg>
        <pc:picChg chg="del">
          <ac:chgData name="Mark Doughty" userId="dd11778a-efac-49e8-8837-f18df6981ad8" providerId="ADAL" clId="{97281B58-FD2C-4EAD-925B-33430D676DA4}" dt="2025-09-25T10:08:38.397" v="55" actId="478"/>
          <ac:picMkLst>
            <pc:docMk/>
            <pc:sldMk cId="3930410976" sldId="258"/>
            <ac:picMk id="6" creationId="{5610998A-C3B2-D07D-4225-52C672D175D9}"/>
          </ac:picMkLst>
        </pc:picChg>
        <pc:picChg chg="add mod">
          <ac:chgData name="Mark Doughty" userId="dd11778a-efac-49e8-8837-f18df6981ad8" providerId="ADAL" clId="{97281B58-FD2C-4EAD-925B-33430D676DA4}" dt="2025-09-25T10:11:11.586" v="79" actId="1076"/>
          <ac:picMkLst>
            <pc:docMk/>
            <pc:sldMk cId="3930410976" sldId="258"/>
            <ac:picMk id="8" creationId="{CB7E95B8-48E3-045F-8F2D-EDF9C3196B58}"/>
          </ac:picMkLst>
        </pc:picChg>
      </pc:sldChg>
      <pc:sldChg chg="modSp mod">
        <pc:chgData name="Mark Doughty" userId="dd11778a-efac-49e8-8837-f18df6981ad8" providerId="ADAL" clId="{97281B58-FD2C-4EAD-925B-33430D676DA4}" dt="2025-09-25T12:01:02.285" v="1505" actId="20577"/>
        <pc:sldMkLst>
          <pc:docMk/>
          <pc:sldMk cId="3574362132" sldId="259"/>
        </pc:sldMkLst>
        <pc:spChg chg="mod">
          <ac:chgData name="Mark Doughty" userId="dd11778a-efac-49e8-8837-f18df6981ad8" providerId="ADAL" clId="{97281B58-FD2C-4EAD-925B-33430D676DA4}" dt="2025-09-25T12:01:02.285" v="1505" actId="20577"/>
          <ac:spMkLst>
            <pc:docMk/>
            <pc:sldMk cId="3574362132" sldId="259"/>
            <ac:spMk id="2" creationId="{829C0C21-4EA5-C8D2-1CAD-2BF687B14129}"/>
          </ac:spMkLst>
        </pc:spChg>
      </pc:sldChg>
      <pc:sldChg chg="del">
        <pc:chgData name="Mark Doughty" userId="dd11778a-efac-49e8-8837-f18df6981ad8" providerId="ADAL" clId="{97281B58-FD2C-4EAD-925B-33430D676DA4}" dt="2025-09-25T12:00:01.495" v="1477" actId="47"/>
        <pc:sldMkLst>
          <pc:docMk/>
          <pc:sldMk cId="2017429176" sldId="260"/>
        </pc:sldMkLst>
      </pc:sldChg>
      <pc:sldChg chg="del">
        <pc:chgData name="Mark Doughty" userId="dd11778a-efac-49e8-8837-f18df6981ad8" providerId="ADAL" clId="{97281B58-FD2C-4EAD-925B-33430D676DA4}" dt="2025-09-25T12:00:01.495" v="1477" actId="47"/>
        <pc:sldMkLst>
          <pc:docMk/>
          <pc:sldMk cId="4156789424" sldId="261"/>
        </pc:sldMkLst>
      </pc:sldChg>
      <pc:sldChg chg="del">
        <pc:chgData name="Mark Doughty" userId="dd11778a-efac-49e8-8837-f18df6981ad8" providerId="ADAL" clId="{97281B58-FD2C-4EAD-925B-33430D676DA4}" dt="2025-09-25T10:50:40.274" v="752" actId="47"/>
        <pc:sldMkLst>
          <pc:docMk/>
          <pc:sldMk cId="2378601811" sldId="263"/>
        </pc:sldMkLst>
      </pc:sldChg>
      <pc:sldChg chg="del">
        <pc:chgData name="Mark Doughty" userId="dd11778a-efac-49e8-8837-f18df6981ad8" providerId="ADAL" clId="{97281B58-FD2C-4EAD-925B-33430D676DA4}" dt="2025-09-25T12:00:01.495" v="1477" actId="47"/>
        <pc:sldMkLst>
          <pc:docMk/>
          <pc:sldMk cId="1968534073" sldId="264"/>
        </pc:sldMkLst>
      </pc:sldChg>
      <pc:sldChg chg="del">
        <pc:chgData name="Mark Doughty" userId="dd11778a-efac-49e8-8837-f18df6981ad8" providerId="ADAL" clId="{97281B58-FD2C-4EAD-925B-33430D676DA4}" dt="2025-09-25T12:00:01.495" v="1477" actId="47"/>
        <pc:sldMkLst>
          <pc:docMk/>
          <pc:sldMk cId="471673141" sldId="265"/>
        </pc:sldMkLst>
      </pc:sldChg>
      <pc:sldChg chg="del">
        <pc:chgData name="Mark Doughty" userId="dd11778a-efac-49e8-8837-f18df6981ad8" providerId="ADAL" clId="{97281B58-FD2C-4EAD-925B-33430D676DA4}" dt="2025-09-25T12:00:01.495" v="1477" actId="47"/>
        <pc:sldMkLst>
          <pc:docMk/>
          <pc:sldMk cId="4005725480" sldId="266"/>
        </pc:sldMkLst>
      </pc:sldChg>
      <pc:sldChg chg="del">
        <pc:chgData name="Mark Doughty" userId="dd11778a-efac-49e8-8837-f18df6981ad8" providerId="ADAL" clId="{97281B58-FD2C-4EAD-925B-33430D676DA4}" dt="2025-09-25T12:00:01.495" v="1477" actId="47"/>
        <pc:sldMkLst>
          <pc:docMk/>
          <pc:sldMk cId="1244263576" sldId="268"/>
        </pc:sldMkLst>
      </pc:sldChg>
      <pc:sldChg chg="del">
        <pc:chgData name="Mark Doughty" userId="dd11778a-efac-49e8-8837-f18df6981ad8" providerId="ADAL" clId="{97281B58-FD2C-4EAD-925B-33430D676DA4}" dt="2025-09-25T12:00:01.495" v="1477" actId="47"/>
        <pc:sldMkLst>
          <pc:docMk/>
          <pc:sldMk cId="3285845994" sldId="269"/>
        </pc:sldMkLst>
      </pc:sldChg>
      <pc:sldChg chg="del">
        <pc:chgData name="Mark Doughty" userId="dd11778a-efac-49e8-8837-f18df6981ad8" providerId="ADAL" clId="{97281B58-FD2C-4EAD-925B-33430D676DA4}" dt="2025-09-25T12:00:01.495" v="1477" actId="47"/>
        <pc:sldMkLst>
          <pc:docMk/>
          <pc:sldMk cId="2714951076" sldId="270"/>
        </pc:sldMkLst>
      </pc:sldChg>
      <pc:sldChg chg="del">
        <pc:chgData name="Mark Doughty" userId="dd11778a-efac-49e8-8837-f18df6981ad8" providerId="ADAL" clId="{97281B58-FD2C-4EAD-925B-33430D676DA4}" dt="2025-09-25T12:00:01.495" v="1477" actId="47"/>
        <pc:sldMkLst>
          <pc:docMk/>
          <pc:sldMk cId="4268812819" sldId="271"/>
        </pc:sldMkLst>
      </pc:sldChg>
      <pc:sldChg chg="del">
        <pc:chgData name="Mark Doughty" userId="dd11778a-efac-49e8-8837-f18df6981ad8" providerId="ADAL" clId="{97281B58-FD2C-4EAD-925B-33430D676DA4}" dt="2025-09-25T12:00:01.495" v="1477" actId="47"/>
        <pc:sldMkLst>
          <pc:docMk/>
          <pc:sldMk cId="441743195" sldId="272"/>
        </pc:sldMkLst>
      </pc:sldChg>
      <pc:sldChg chg="del">
        <pc:chgData name="Mark Doughty" userId="dd11778a-efac-49e8-8837-f18df6981ad8" providerId="ADAL" clId="{97281B58-FD2C-4EAD-925B-33430D676DA4}" dt="2025-09-25T12:00:01.495" v="1477" actId="47"/>
        <pc:sldMkLst>
          <pc:docMk/>
          <pc:sldMk cId="1523923542" sldId="273"/>
        </pc:sldMkLst>
      </pc:sldChg>
      <pc:sldChg chg="del">
        <pc:chgData name="Mark Doughty" userId="dd11778a-efac-49e8-8837-f18df6981ad8" providerId="ADAL" clId="{97281B58-FD2C-4EAD-925B-33430D676DA4}" dt="2025-09-25T12:00:01.495" v="1477" actId="47"/>
        <pc:sldMkLst>
          <pc:docMk/>
          <pc:sldMk cId="4174086266" sldId="274"/>
        </pc:sldMkLst>
      </pc:sldChg>
      <pc:sldChg chg="del">
        <pc:chgData name="Mark Doughty" userId="dd11778a-efac-49e8-8837-f18df6981ad8" providerId="ADAL" clId="{97281B58-FD2C-4EAD-925B-33430D676DA4}" dt="2025-09-25T12:00:01.495" v="1477" actId="47"/>
        <pc:sldMkLst>
          <pc:docMk/>
          <pc:sldMk cId="3467214820" sldId="275"/>
        </pc:sldMkLst>
      </pc:sldChg>
      <pc:sldChg chg="del">
        <pc:chgData name="Mark Doughty" userId="dd11778a-efac-49e8-8837-f18df6981ad8" providerId="ADAL" clId="{97281B58-FD2C-4EAD-925B-33430D676DA4}" dt="2025-09-25T12:00:01.495" v="1477" actId="47"/>
        <pc:sldMkLst>
          <pc:docMk/>
          <pc:sldMk cId="1152316914" sldId="276"/>
        </pc:sldMkLst>
      </pc:sldChg>
      <pc:sldChg chg="del">
        <pc:chgData name="Mark Doughty" userId="dd11778a-efac-49e8-8837-f18df6981ad8" providerId="ADAL" clId="{97281B58-FD2C-4EAD-925B-33430D676DA4}" dt="2025-09-25T12:00:01.495" v="1477" actId="47"/>
        <pc:sldMkLst>
          <pc:docMk/>
          <pc:sldMk cId="1205126104" sldId="277"/>
        </pc:sldMkLst>
      </pc:sldChg>
      <pc:sldChg chg="del">
        <pc:chgData name="Mark Doughty" userId="dd11778a-efac-49e8-8837-f18df6981ad8" providerId="ADAL" clId="{97281B58-FD2C-4EAD-925B-33430D676DA4}" dt="2025-09-25T12:00:01.495" v="1477" actId="47"/>
        <pc:sldMkLst>
          <pc:docMk/>
          <pc:sldMk cId="1393396733" sldId="279"/>
        </pc:sldMkLst>
      </pc:sldChg>
      <pc:sldChg chg="del">
        <pc:chgData name="Mark Doughty" userId="dd11778a-efac-49e8-8837-f18df6981ad8" providerId="ADAL" clId="{97281B58-FD2C-4EAD-925B-33430D676DA4}" dt="2025-09-25T12:00:01.495" v="1477" actId="47"/>
        <pc:sldMkLst>
          <pc:docMk/>
          <pc:sldMk cId="2058796230" sldId="280"/>
        </pc:sldMkLst>
      </pc:sldChg>
      <pc:sldChg chg="del">
        <pc:chgData name="Mark Doughty" userId="dd11778a-efac-49e8-8837-f18df6981ad8" providerId="ADAL" clId="{97281B58-FD2C-4EAD-925B-33430D676DA4}" dt="2025-09-25T12:00:01.495" v="1477" actId="47"/>
        <pc:sldMkLst>
          <pc:docMk/>
          <pc:sldMk cId="347025469" sldId="282"/>
        </pc:sldMkLst>
      </pc:sldChg>
      <pc:sldChg chg="del">
        <pc:chgData name="Mark Doughty" userId="dd11778a-efac-49e8-8837-f18df6981ad8" providerId="ADAL" clId="{97281B58-FD2C-4EAD-925B-33430D676DA4}" dt="2025-09-25T12:00:01.495" v="1477" actId="47"/>
        <pc:sldMkLst>
          <pc:docMk/>
          <pc:sldMk cId="2862210952" sldId="283"/>
        </pc:sldMkLst>
      </pc:sldChg>
      <pc:sldChg chg="del">
        <pc:chgData name="Mark Doughty" userId="dd11778a-efac-49e8-8837-f18df6981ad8" providerId="ADAL" clId="{97281B58-FD2C-4EAD-925B-33430D676DA4}" dt="2025-09-25T12:00:01.495" v="1477" actId="47"/>
        <pc:sldMkLst>
          <pc:docMk/>
          <pc:sldMk cId="4183307362" sldId="284"/>
        </pc:sldMkLst>
      </pc:sldChg>
      <pc:sldChg chg="del">
        <pc:chgData name="Mark Doughty" userId="dd11778a-efac-49e8-8837-f18df6981ad8" providerId="ADAL" clId="{97281B58-FD2C-4EAD-925B-33430D676DA4}" dt="2025-09-25T10:13:15.210" v="123" actId="47"/>
        <pc:sldMkLst>
          <pc:docMk/>
          <pc:sldMk cId="1978826091" sldId="288"/>
        </pc:sldMkLst>
      </pc:sldChg>
      <pc:sldChg chg="modSp mod ord">
        <pc:chgData name="Mark Doughty" userId="dd11778a-efac-49e8-8837-f18df6981ad8" providerId="ADAL" clId="{97281B58-FD2C-4EAD-925B-33430D676DA4}" dt="2025-09-25T10:05:31.019" v="30"/>
        <pc:sldMkLst>
          <pc:docMk/>
          <pc:sldMk cId="768688331" sldId="290"/>
        </pc:sldMkLst>
        <pc:spChg chg="mod">
          <ac:chgData name="Mark Doughty" userId="dd11778a-efac-49e8-8837-f18df6981ad8" providerId="ADAL" clId="{97281B58-FD2C-4EAD-925B-33430D676DA4}" dt="2025-09-25T09:59:26.835" v="29" actId="20577"/>
          <ac:spMkLst>
            <pc:docMk/>
            <pc:sldMk cId="768688331" sldId="290"/>
            <ac:spMk id="2" creationId="{155C4647-C16E-ACB5-22A7-06BD6B78E0A5}"/>
          </ac:spMkLst>
        </pc:spChg>
        <pc:spChg chg="mod">
          <ac:chgData name="Mark Doughty" userId="dd11778a-efac-49e8-8837-f18df6981ad8" providerId="ADAL" clId="{97281B58-FD2C-4EAD-925B-33430D676DA4}" dt="2025-09-25T10:05:31.019" v="30"/>
          <ac:spMkLst>
            <pc:docMk/>
            <pc:sldMk cId="768688331" sldId="290"/>
            <ac:spMk id="3" creationId="{3037A70D-DF82-647C-F6B9-46D1BDBF7482}"/>
          </ac:spMkLst>
        </pc:spChg>
      </pc:sldChg>
      <pc:sldChg chg="del">
        <pc:chgData name="Mark Doughty" userId="dd11778a-efac-49e8-8837-f18df6981ad8" providerId="ADAL" clId="{97281B58-FD2C-4EAD-925B-33430D676DA4}" dt="2025-09-25T09:59:03.963" v="0" actId="47"/>
        <pc:sldMkLst>
          <pc:docMk/>
          <pc:sldMk cId="1724844875" sldId="291"/>
        </pc:sldMkLst>
      </pc:sldChg>
      <pc:sldChg chg="del">
        <pc:chgData name="Mark Doughty" userId="dd11778a-efac-49e8-8837-f18df6981ad8" providerId="ADAL" clId="{97281B58-FD2C-4EAD-925B-33430D676DA4}" dt="2025-09-25T09:59:04.691" v="1" actId="47"/>
        <pc:sldMkLst>
          <pc:docMk/>
          <pc:sldMk cId="438056411" sldId="293"/>
        </pc:sldMkLst>
      </pc:sldChg>
      <pc:sldChg chg="del">
        <pc:chgData name="Mark Doughty" userId="dd11778a-efac-49e8-8837-f18df6981ad8" providerId="ADAL" clId="{97281B58-FD2C-4EAD-925B-33430D676DA4}" dt="2025-09-25T09:59:05.358" v="2" actId="47"/>
        <pc:sldMkLst>
          <pc:docMk/>
          <pc:sldMk cId="3362960653" sldId="295"/>
        </pc:sldMkLst>
      </pc:sldChg>
      <pc:sldChg chg="modSp mod">
        <pc:chgData name="Mark Doughty" userId="dd11778a-efac-49e8-8837-f18df6981ad8" providerId="ADAL" clId="{97281B58-FD2C-4EAD-925B-33430D676DA4}" dt="2025-09-25T11:39:24.086" v="1075" actId="20577"/>
        <pc:sldMkLst>
          <pc:docMk/>
          <pc:sldMk cId="395487943" sldId="296"/>
        </pc:sldMkLst>
        <pc:spChg chg="mod">
          <ac:chgData name="Mark Doughty" userId="dd11778a-efac-49e8-8837-f18df6981ad8" providerId="ADAL" clId="{97281B58-FD2C-4EAD-925B-33430D676DA4}" dt="2025-09-25T11:39:24.086" v="1075" actId="20577"/>
          <ac:spMkLst>
            <pc:docMk/>
            <pc:sldMk cId="395487943" sldId="296"/>
            <ac:spMk id="3" creationId="{FF5537FE-EE05-92A3-99AB-2F687F434A1D}"/>
          </ac:spMkLst>
        </pc:spChg>
      </pc:sldChg>
      <pc:sldChg chg="del">
        <pc:chgData name="Mark Doughty" userId="dd11778a-efac-49e8-8837-f18df6981ad8" providerId="ADAL" clId="{97281B58-FD2C-4EAD-925B-33430D676DA4}" dt="2025-09-25T12:00:01.495" v="1477" actId="47"/>
        <pc:sldMkLst>
          <pc:docMk/>
          <pc:sldMk cId="778872079" sldId="297"/>
        </pc:sldMkLst>
      </pc:sldChg>
      <pc:sldChg chg="del">
        <pc:chgData name="Mark Doughty" userId="dd11778a-efac-49e8-8837-f18df6981ad8" providerId="ADAL" clId="{97281B58-FD2C-4EAD-925B-33430D676DA4}" dt="2025-09-25T12:00:01.495" v="1477" actId="47"/>
        <pc:sldMkLst>
          <pc:docMk/>
          <pc:sldMk cId="3769122341" sldId="298"/>
        </pc:sldMkLst>
      </pc:sldChg>
      <pc:sldChg chg="del">
        <pc:chgData name="Mark Doughty" userId="dd11778a-efac-49e8-8837-f18df6981ad8" providerId="ADAL" clId="{97281B58-FD2C-4EAD-925B-33430D676DA4}" dt="2025-09-25T12:00:01.495" v="1477" actId="47"/>
        <pc:sldMkLst>
          <pc:docMk/>
          <pc:sldMk cId="665859927" sldId="299"/>
        </pc:sldMkLst>
      </pc:sldChg>
      <pc:sldChg chg="del">
        <pc:chgData name="Mark Doughty" userId="dd11778a-efac-49e8-8837-f18df6981ad8" providerId="ADAL" clId="{97281B58-FD2C-4EAD-925B-33430D676DA4}" dt="2025-09-25T12:00:01.495" v="1477" actId="47"/>
        <pc:sldMkLst>
          <pc:docMk/>
          <pc:sldMk cId="1075679960" sldId="300"/>
        </pc:sldMkLst>
      </pc:sldChg>
      <pc:sldChg chg="del">
        <pc:chgData name="Mark Doughty" userId="dd11778a-efac-49e8-8837-f18df6981ad8" providerId="ADAL" clId="{97281B58-FD2C-4EAD-925B-33430D676DA4}" dt="2025-09-25T12:00:01.495" v="1477" actId="47"/>
        <pc:sldMkLst>
          <pc:docMk/>
          <pc:sldMk cId="1104175541" sldId="301"/>
        </pc:sldMkLst>
      </pc:sldChg>
      <pc:sldChg chg="del">
        <pc:chgData name="Mark Doughty" userId="dd11778a-efac-49e8-8837-f18df6981ad8" providerId="ADAL" clId="{97281B58-FD2C-4EAD-925B-33430D676DA4}" dt="2025-09-25T12:00:01.495" v="1477" actId="47"/>
        <pc:sldMkLst>
          <pc:docMk/>
          <pc:sldMk cId="1577243717" sldId="302"/>
        </pc:sldMkLst>
      </pc:sldChg>
      <pc:sldChg chg="del">
        <pc:chgData name="Mark Doughty" userId="dd11778a-efac-49e8-8837-f18df6981ad8" providerId="ADAL" clId="{97281B58-FD2C-4EAD-925B-33430D676DA4}" dt="2025-09-25T12:00:01.495" v="1477" actId="47"/>
        <pc:sldMkLst>
          <pc:docMk/>
          <pc:sldMk cId="586292695" sldId="303"/>
        </pc:sldMkLst>
      </pc:sldChg>
      <pc:sldChg chg="modSp new mod">
        <pc:chgData name="Mark Doughty" userId="dd11778a-efac-49e8-8837-f18df6981ad8" providerId="ADAL" clId="{97281B58-FD2C-4EAD-925B-33430D676DA4}" dt="2025-09-25T12:01:44.620" v="1518" actId="20577"/>
        <pc:sldMkLst>
          <pc:docMk/>
          <pc:sldMk cId="1850274363" sldId="304"/>
        </pc:sldMkLst>
        <pc:spChg chg="mod">
          <ac:chgData name="Mark Doughty" userId="dd11778a-efac-49e8-8837-f18df6981ad8" providerId="ADAL" clId="{97281B58-FD2C-4EAD-925B-33430D676DA4}" dt="2025-09-25T10:16:30.882" v="238" actId="20577"/>
          <ac:spMkLst>
            <pc:docMk/>
            <pc:sldMk cId="1850274363" sldId="304"/>
            <ac:spMk id="2" creationId="{B0EB10F3-8415-E4AB-F155-D4F94796335A}"/>
          </ac:spMkLst>
        </pc:spChg>
        <pc:spChg chg="mod">
          <ac:chgData name="Mark Doughty" userId="dd11778a-efac-49e8-8837-f18df6981ad8" providerId="ADAL" clId="{97281B58-FD2C-4EAD-925B-33430D676DA4}" dt="2025-09-25T12:01:44.620" v="1518" actId="20577"/>
          <ac:spMkLst>
            <pc:docMk/>
            <pc:sldMk cId="1850274363" sldId="304"/>
            <ac:spMk id="3" creationId="{080A47D7-5C2C-3DA5-20C6-E8FA7321221C}"/>
          </ac:spMkLst>
        </pc:spChg>
      </pc:sldChg>
      <pc:sldChg chg="addSp delSp modSp new mod">
        <pc:chgData name="Mark Doughty" userId="dd11778a-efac-49e8-8837-f18df6981ad8" providerId="ADAL" clId="{97281B58-FD2C-4EAD-925B-33430D676DA4}" dt="2025-09-25T10:34:19.833" v="641" actId="20577"/>
        <pc:sldMkLst>
          <pc:docMk/>
          <pc:sldMk cId="2805316837" sldId="305"/>
        </pc:sldMkLst>
        <pc:spChg chg="mod">
          <ac:chgData name="Mark Doughty" userId="dd11778a-efac-49e8-8837-f18df6981ad8" providerId="ADAL" clId="{97281B58-FD2C-4EAD-925B-33430D676DA4}" dt="2025-09-25T10:19:31.322" v="442" actId="20577"/>
          <ac:spMkLst>
            <pc:docMk/>
            <pc:sldMk cId="2805316837" sldId="305"/>
            <ac:spMk id="2" creationId="{580A46ED-BE84-0B33-5B87-85C015CB4E18}"/>
          </ac:spMkLst>
        </pc:spChg>
        <pc:spChg chg="del">
          <ac:chgData name="Mark Doughty" userId="dd11778a-efac-49e8-8837-f18df6981ad8" providerId="ADAL" clId="{97281B58-FD2C-4EAD-925B-33430D676DA4}" dt="2025-09-25T10:19:37.393" v="443" actId="478"/>
          <ac:spMkLst>
            <pc:docMk/>
            <pc:sldMk cId="2805316837" sldId="305"/>
            <ac:spMk id="3" creationId="{DCEE9C0A-4C29-E47E-BFA3-BE7893E99F67}"/>
          </ac:spMkLst>
        </pc:spChg>
        <pc:spChg chg="add mod">
          <ac:chgData name="Mark Doughty" userId="dd11778a-efac-49e8-8837-f18df6981ad8" providerId="ADAL" clId="{97281B58-FD2C-4EAD-925B-33430D676DA4}" dt="2025-09-25T10:34:19.833" v="641" actId="20577"/>
          <ac:spMkLst>
            <pc:docMk/>
            <pc:sldMk cId="2805316837" sldId="305"/>
            <ac:spMk id="5" creationId="{50E5D40F-2EAF-46FD-F9E2-567EDAAE42F0}"/>
          </ac:spMkLst>
        </pc:spChg>
        <pc:picChg chg="add mod">
          <ac:chgData name="Mark Doughty" userId="dd11778a-efac-49e8-8837-f18df6981ad8" providerId="ADAL" clId="{97281B58-FD2C-4EAD-925B-33430D676DA4}" dt="2025-09-25T10:20:51.664" v="447" actId="14100"/>
          <ac:picMkLst>
            <pc:docMk/>
            <pc:sldMk cId="2805316837" sldId="305"/>
            <ac:picMk id="1026" creationId="{ED2649C4-F397-9BB0-F45F-6F9ACAA10B06}"/>
          </ac:picMkLst>
        </pc:picChg>
        <pc:picChg chg="add mod">
          <ac:chgData name="Mark Doughty" userId="dd11778a-efac-49e8-8837-f18df6981ad8" providerId="ADAL" clId="{97281B58-FD2C-4EAD-925B-33430D676DA4}" dt="2025-09-25T10:28:18.272" v="499" actId="14100"/>
          <ac:picMkLst>
            <pc:docMk/>
            <pc:sldMk cId="2805316837" sldId="305"/>
            <ac:picMk id="1028" creationId="{FD16F712-23FC-0A69-CC68-6017173BAE73}"/>
          </ac:picMkLst>
        </pc:picChg>
        <pc:picChg chg="add mod">
          <ac:chgData name="Mark Doughty" userId="dd11778a-efac-49e8-8837-f18df6981ad8" providerId="ADAL" clId="{97281B58-FD2C-4EAD-925B-33430D676DA4}" dt="2025-09-25T10:32:18.344" v="559" actId="1076"/>
          <ac:picMkLst>
            <pc:docMk/>
            <pc:sldMk cId="2805316837" sldId="305"/>
            <ac:picMk id="1030" creationId="{65683A2F-6B29-14DE-70B9-B74173DC82DE}"/>
          </ac:picMkLst>
        </pc:picChg>
      </pc:sldChg>
      <pc:sldChg chg="addSp delSp modSp add mod">
        <pc:chgData name="Mark Doughty" userId="dd11778a-efac-49e8-8837-f18df6981ad8" providerId="ADAL" clId="{97281B58-FD2C-4EAD-925B-33430D676DA4}" dt="2025-09-25T10:39:41.642" v="683" actId="20577"/>
        <pc:sldMkLst>
          <pc:docMk/>
          <pc:sldMk cId="1298913438" sldId="306"/>
        </pc:sldMkLst>
        <pc:spChg chg="mod">
          <ac:chgData name="Mark Doughty" userId="dd11778a-efac-49e8-8837-f18df6981ad8" providerId="ADAL" clId="{97281B58-FD2C-4EAD-925B-33430D676DA4}" dt="2025-09-25T10:34:36.184" v="644" actId="20577"/>
          <ac:spMkLst>
            <pc:docMk/>
            <pc:sldMk cId="1298913438" sldId="306"/>
            <ac:spMk id="2" creationId="{F0EA27BA-B1B7-EAB2-EFE4-6CC3EA4340DF}"/>
          </ac:spMkLst>
        </pc:spChg>
        <pc:spChg chg="mod">
          <ac:chgData name="Mark Doughty" userId="dd11778a-efac-49e8-8837-f18df6981ad8" providerId="ADAL" clId="{97281B58-FD2C-4EAD-925B-33430D676DA4}" dt="2025-09-25T10:39:41.642" v="683" actId="20577"/>
          <ac:spMkLst>
            <pc:docMk/>
            <pc:sldMk cId="1298913438" sldId="306"/>
            <ac:spMk id="5" creationId="{9DB700F4-8F24-4F69-8C5C-A927B7C039C8}"/>
          </ac:spMkLst>
        </pc:spChg>
        <pc:picChg chg="del">
          <ac:chgData name="Mark Doughty" userId="dd11778a-efac-49e8-8837-f18df6981ad8" providerId="ADAL" clId="{97281B58-FD2C-4EAD-925B-33430D676DA4}" dt="2025-09-25T10:38:49.466" v="645" actId="478"/>
          <ac:picMkLst>
            <pc:docMk/>
            <pc:sldMk cId="1298913438" sldId="306"/>
            <ac:picMk id="1026" creationId="{6E257CEF-0F09-7FCC-1A41-606BCD360329}"/>
          </ac:picMkLst>
        </pc:picChg>
        <pc:picChg chg="add mod">
          <ac:chgData name="Mark Doughty" userId="dd11778a-efac-49e8-8837-f18df6981ad8" providerId="ADAL" clId="{97281B58-FD2C-4EAD-925B-33430D676DA4}" dt="2025-09-25T10:39:02.320" v="650" actId="14100"/>
          <ac:picMkLst>
            <pc:docMk/>
            <pc:sldMk cId="1298913438" sldId="306"/>
            <ac:picMk id="2050" creationId="{84034833-3104-3A81-500D-AFAA65368442}"/>
          </ac:picMkLst>
        </pc:picChg>
      </pc:sldChg>
      <pc:sldChg chg="addSp modSp new mod">
        <pc:chgData name="Mark Doughty" userId="dd11778a-efac-49e8-8837-f18df6981ad8" providerId="ADAL" clId="{97281B58-FD2C-4EAD-925B-33430D676DA4}" dt="2025-09-25T10:49:49.640" v="751" actId="1076"/>
        <pc:sldMkLst>
          <pc:docMk/>
          <pc:sldMk cId="3685622980" sldId="307"/>
        </pc:sldMkLst>
        <pc:spChg chg="add mod">
          <ac:chgData name="Mark Doughty" userId="dd11778a-efac-49e8-8837-f18df6981ad8" providerId="ADAL" clId="{97281B58-FD2C-4EAD-925B-33430D676DA4}" dt="2025-09-25T10:49:49.640" v="751" actId="1076"/>
          <ac:spMkLst>
            <pc:docMk/>
            <pc:sldMk cId="3685622980" sldId="307"/>
            <ac:spMk id="5" creationId="{98A6E507-ACCA-1335-E217-E22D150B6BD0}"/>
          </ac:spMkLst>
        </pc:spChg>
        <pc:picChg chg="add mod">
          <ac:chgData name="Mark Doughty" userId="dd11778a-efac-49e8-8837-f18df6981ad8" providerId="ADAL" clId="{97281B58-FD2C-4EAD-925B-33430D676DA4}" dt="2025-09-25T10:49:11.360" v="698" actId="1076"/>
          <ac:picMkLst>
            <pc:docMk/>
            <pc:sldMk cId="3685622980" sldId="307"/>
            <ac:picMk id="4" creationId="{C912D7E2-B701-D51A-8357-89C6B4A9B04B}"/>
          </ac:picMkLst>
        </pc:picChg>
      </pc:sldChg>
      <pc:sldChg chg="addSp modSp new mod setBg">
        <pc:chgData name="Mark Doughty" userId="dd11778a-efac-49e8-8837-f18df6981ad8" providerId="ADAL" clId="{97281B58-FD2C-4EAD-925B-33430D676DA4}" dt="2025-09-25T11:08:14.485" v="881" actId="26606"/>
        <pc:sldMkLst>
          <pc:docMk/>
          <pc:sldMk cId="339040227" sldId="308"/>
        </pc:sldMkLst>
        <pc:spChg chg="mod ord">
          <ac:chgData name="Mark Doughty" userId="dd11778a-efac-49e8-8837-f18df6981ad8" providerId="ADAL" clId="{97281B58-FD2C-4EAD-925B-33430D676DA4}" dt="2025-09-25T11:08:14.485" v="881" actId="26606"/>
          <ac:spMkLst>
            <pc:docMk/>
            <pc:sldMk cId="339040227" sldId="308"/>
            <ac:spMk id="2" creationId="{7E5080A0-A8D6-FFC3-C559-706FEF21F2D7}"/>
          </ac:spMkLst>
        </pc:spChg>
        <pc:spChg chg="add mod">
          <ac:chgData name="Mark Doughty" userId="dd11778a-efac-49e8-8837-f18df6981ad8" providerId="ADAL" clId="{97281B58-FD2C-4EAD-925B-33430D676DA4}" dt="2025-09-25T11:08:14.485" v="881" actId="26606"/>
          <ac:spMkLst>
            <pc:docMk/>
            <pc:sldMk cId="339040227" sldId="308"/>
            <ac:spMk id="5" creationId="{5280A82E-DA45-D9C0-C811-9A53E3FD98B4}"/>
          </ac:spMkLst>
        </pc:spChg>
        <pc:spChg chg="add">
          <ac:chgData name="Mark Doughty" userId="dd11778a-efac-49e8-8837-f18df6981ad8" providerId="ADAL" clId="{97281B58-FD2C-4EAD-925B-33430D676DA4}" dt="2025-09-25T11:08:14.485" v="881" actId="26606"/>
          <ac:spMkLst>
            <pc:docMk/>
            <pc:sldMk cId="339040227" sldId="308"/>
            <ac:spMk id="14" creationId="{33E93247-6229-44AB-A550-739E971E690B}"/>
          </ac:spMkLst>
        </pc:spChg>
        <pc:picChg chg="add mod ord">
          <ac:chgData name="Mark Doughty" userId="dd11778a-efac-49e8-8837-f18df6981ad8" providerId="ADAL" clId="{97281B58-FD2C-4EAD-925B-33430D676DA4}" dt="2025-09-25T11:08:14.485" v="881" actId="26606"/>
          <ac:picMkLst>
            <pc:docMk/>
            <pc:sldMk cId="339040227" sldId="308"/>
            <ac:picMk id="4" creationId="{B88CBB0E-DFB0-60F5-EEB0-C651B4A0072B}"/>
          </ac:picMkLst>
        </pc:picChg>
        <pc:cxnChg chg="add">
          <ac:chgData name="Mark Doughty" userId="dd11778a-efac-49e8-8837-f18df6981ad8" providerId="ADAL" clId="{97281B58-FD2C-4EAD-925B-33430D676DA4}" dt="2025-09-25T11:08:14.485" v="881" actId="26606"/>
          <ac:cxnSpMkLst>
            <pc:docMk/>
            <pc:sldMk cId="339040227" sldId="308"/>
            <ac:cxnSpMk id="10" creationId="{F64F9B95-9045-48D2-B9F3-2927E98F54AA}"/>
          </ac:cxnSpMkLst>
        </pc:cxnChg>
        <pc:cxnChg chg="add">
          <ac:chgData name="Mark Doughty" userId="dd11778a-efac-49e8-8837-f18df6981ad8" providerId="ADAL" clId="{97281B58-FD2C-4EAD-925B-33430D676DA4}" dt="2025-09-25T11:08:14.485" v="881" actId="26606"/>
          <ac:cxnSpMkLst>
            <pc:docMk/>
            <pc:sldMk cId="339040227" sldId="308"/>
            <ac:cxnSpMk id="12" creationId="{085AA86F-6A4D-4BCB-A045-D992CDC2959B}"/>
          </ac:cxnSpMkLst>
        </pc:cxnChg>
        <pc:cxnChg chg="add">
          <ac:chgData name="Mark Doughty" userId="dd11778a-efac-49e8-8837-f18df6981ad8" providerId="ADAL" clId="{97281B58-FD2C-4EAD-925B-33430D676DA4}" dt="2025-09-25T11:08:14.485" v="881" actId="26606"/>
          <ac:cxnSpMkLst>
            <pc:docMk/>
            <pc:sldMk cId="339040227" sldId="308"/>
            <ac:cxnSpMk id="16" creationId="{EE2E603F-4A95-4FE8-BB06-211DFD75DBEF}"/>
          </ac:cxnSpMkLst>
        </pc:cxnChg>
      </pc:sldChg>
      <pc:sldChg chg="new del">
        <pc:chgData name="Mark Doughty" userId="dd11778a-efac-49e8-8837-f18df6981ad8" providerId="ADAL" clId="{97281B58-FD2C-4EAD-925B-33430D676DA4}" dt="2025-09-25T10:52:36.731" v="805" actId="47"/>
        <pc:sldMkLst>
          <pc:docMk/>
          <pc:sldMk cId="1644043250" sldId="308"/>
        </pc:sldMkLst>
      </pc:sldChg>
      <pc:sldChg chg="add">
        <pc:chgData name="Mark Doughty" userId="dd11778a-efac-49e8-8837-f18df6981ad8" providerId="ADAL" clId="{97281B58-FD2C-4EAD-925B-33430D676DA4}" dt="2025-09-25T11:09:40.773" v="882"/>
        <pc:sldMkLst>
          <pc:docMk/>
          <pc:sldMk cId="1873763914" sldId="309"/>
        </pc:sldMkLst>
      </pc:sldChg>
      <pc:sldChg chg="modSp new mod modAnim">
        <pc:chgData name="Mark Doughty" userId="dd11778a-efac-49e8-8837-f18df6981ad8" providerId="ADAL" clId="{97281B58-FD2C-4EAD-925B-33430D676DA4}" dt="2025-09-25T11:44:54.720" v="1143" actId="6549"/>
        <pc:sldMkLst>
          <pc:docMk/>
          <pc:sldMk cId="3473365403" sldId="310"/>
        </pc:sldMkLst>
        <pc:spChg chg="mod">
          <ac:chgData name="Mark Doughty" userId="dd11778a-efac-49e8-8837-f18df6981ad8" providerId="ADAL" clId="{97281B58-FD2C-4EAD-925B-33430D676DA4}" dt="2025-09-25T11:37:57.397" v="1019" actId="20577"/>
          <ac:spMkLst>
            <pc:docMk/>
            <pc:sldMk cId="3473365403" sldId="310"/>
            <ac:spMk id="2" creationId="{EE2B477B-A1AF-6D02-46E7-049201DDC713}"/>
          </ac:spMkLst>
        </pc:spChg>
        <pc:spChg chg="mod">
          <ac:chgData name="Mark Doughty" userId="dd11778a-efac-49e8-8837-f18df6981ad8" providerId="ADAL" clId="{97281B58-FD2C-4EAD-925B-33430D676DA4}" dt="2025-09-25T11:44:54.720" v="1143" actId="6549"/>
          <ac:spMkLst>
            <pc:docMk/>
            <pc:sldMk cId="3473365403" sldId="310"/>
            <ac:spMk id="3" creationId="{C9E63430-6974-4FE6-8EBD-27BB37D2F395}"/>
          </ac:spMkLst>
        </pc:spChg>
      </pc:sldChg>
      <pc:sldChg chg="modSp add modAnim">
        <pc:chgData name="Mark Doughty" userId="dd11778a-efac-49e8-8837-f18df6981ad8" providerId="ADAL" clId="{97281B58-FD2C-4EAD-925B-33430D676DA4}" dt="2025-09-25T11:52:54.269" v="1295" actId="20577"/>
        <pc:sldMkLst>
          <pc:docMk/>
          <pc:sldMk cId="1343468758" sldId="311"/>
        </pc:sldMkLst>
        <pc:spChg chg="mod">
          <ac:chgData name="Mark Doughty" userId="dd11778a-efac-49e8-8837-f18df6981ad8" providerId="ADAL" clId="{97281B58-FD2C-4EAD-925B-33430D676DA4}" dt="2025-09-25T11:52:54.269" v="1295" actId="20577"/>
          <ac:spMkLst>
            <pc:docMk/>
            <pc:sldMk cId="1343468758" sldId="311"/>
            <ac:spMk id="3" creationId="{F5DCAF58-B9F3-F00F-9A4B-A4E755158CCA}"/>
          </ac:spMkLst>
        </pc:spChg>
      </pc:sldChg>
      <pc:sldChg chg="modSp new del mod">
        <pc:chgData name="Mark Doughty" userId="dd11778a-efac-49e8-8837-f18df6981ad8" providerId="ADAL" clId="{97281B58-FD2C-4EAD-925B-33430D676DA4}" dt="2025-09-25T11:59:23.963" v="1476" actId="47"/>
        <pc:sldMkLst>
          <pc:docMk/>
          <pc:sldMk cId="2291149896" sldId="312"/>
        </pc:sldMkLst>
        <pc:spChg chg="mod">
          <ac:chgData name="Mark Doughty" userId="dd11778a-efac-49e8-8837-f18df6981ad8" providerId="ADAL" clId="{97281B58-FD2C-4EAD-925B-33430D676DA4}" dt="2025-09-25T11:54:33.897" v="1303" actId="20577"/>
          <ac:spMkLst>
            <pc:docMk/>
            <pc:sldMk cId="2291149896" sldId="312"/>
            <ac:spMk id="2" creationId="{AD14D701-8715-659F-5346-BE8348167DB8}"/>
          </ac:spMkLst>
        </pc:spChg>
      </pc:sldChg>
      <pc:sldChg chg="addSp modSp new mod setBg">
        <pc:chgData name="Mark Doughty" userId="dd11778a-efac-49e8-8837-f18df6981ad8" providerId="ADAL" clId="{97281B58-FD2C-4EAD-925B-33430D676DA4}" dt="2025-09-25T11:58:44.840" v="1465" actId="26606"/>
        <pc:sldMkLst>
          <pc:docMk/>
          <pc:sldMk cId="1133018996" sldId="313"/>
        </pc:sldMkLst>
        <pc:spChg chg="mod">
          <ac:chgData name="Mark Doughty" userId="dd11778a-efac-49e8-8837-f18df6981ad8" providerId="ADAL" clId="{97281B58-FD2C-4EAD-925B-33430D676DA4}" dt="2025-09-25T11:58:44.840" v="1465" actId="26606"/>
          <ac:spMkLst>
            <pc:docMk/>
            <pc:sldMk cId="1133018996" sldId="313"/>
            <ac:spMk id="2" creationId="{13B4BFAC-E46E-6F79-4586-8B261FA9345F}"/>
          </ac:spMkLst>
        </pc:spChg>
        <pc:spChg chg="mod">
          <ac:chgData name="Mark Doughty" userId="dd11778a-efac-49e8-8837-f18df6981ad8" providerId="ADAL" clId="{97281B58-FD2C-4EAD-925B-33430D676DA4}" dt="2025-09-25T11:58:44.840" v="1465" actId="26606"/>
          <ac:spMkLst>
            <pc:docMk/>
            <pc:sldMk cId="1133018996" sldId="313"/>
            <ac:spMk id="3" creationId="{48BF8B53-45EC-BD3E-5CA4-C8E4C4BB0AE6}"/>
          </ac:spMkLst>
        </pc:spChg>
        <pc:spChg chg="mod ord">
          <ac:chgData name="Mark Doughty" userId="dd11778a-efac-49e8-8837-f18df6981ad8" providerId="ADAL" clId="{97281B58-FD2C-4EAD-925B-33430D676DA4}" dt="2025-09-25T11:58:44.840" v="1465" actId="26606"/>
          <ac:spMkLst>
            <pc:docMk/>
            <pc:sldMk cId="1133018996" sldId="313"/>
            <ac:spMk id="4" creationId="{AFE4AC5F-BE57-18D7-C5ED-939C940199F2}"/>
          </ac:spMkLst>
        </pc:spChg>
        <pc:spChg chg="add">
          <ac:chgData name="Mark Doughty" userId="dd11778a-efac-49e8-8837-f18df6981ad8" providerId="ADAL" clId="{97281B58-FD2C-4EAD-925B-33430D676DA4}" dt="2025-09-25T11:58:44.840" v="1465" actId="26606"/>
          <ac:spMkLst>
            <pc:docMk/>
            <pc:sldMk cId="1133018996" sldId="313"/>
            <ac:spMk id="3079" creationId="{E49D7415-2F11-44C2-B6AA-13A25B6814B9}"/>
          </ac:spMkLst>
        </pc:spChg>
        <pc:picChg chg="add mod">
          <ac:chgData name="Mark Doughty" userId="dd11778a-efac-49e8-8837-f18df6981ad8" providerId="ADAL" clId="{97281B58-FD2C-4EAD-925B-33430D676DA4}" dt="2025-09-25T11:58:44.840" v="1465" actId="26606"/>
          <ac:picMkLst>
            <pc:docMk/>
            <pc:sldMk cId="1133018996" sldId="313"/>
            <ac:picMk id="3074" creationId="{328C4F3D-E434-3D7C-3741-7BC3814A8675}"/>
          </ac:picMkLst>
        </pc:picChg>
        <pc:cxnChg chg="add">
          <ac:chgData name="Mark Doughty" userId="dd11778a-efac-49e8-8837-f18df6981ad8" providerId="ADAL" clId="{97281B58-FD2C-4EAD-925B-33430D676DA4}" dt="2025-09-25T11:58:44.840" v="1465" actId="26606"/>
          <ac:cxnSpMkLst>
            <pc:docMk/>
            <pc:sldMk cId="1133018996" sldId="313"/>
            <ac:cxnSpMk id="3081" creationId="{D2E57F3D-33BE-4306-87E6-245763719516}"/>
          </ac:cxnSpMkLst>
        </pc:cxnChg>
      </pc:sldChg>
      <pc:sldChg chg="modSp add mod ord">
        <pc:chgData name="Mark Doughty" userId="dd11778a-efac-49e8-8837-f18df6981ad8" providerId="ADAL" clId="{97281B58-FD2C-4EAD-925B-33430D676DA4}" dt="2025-09-25T11:59:10.613" v="1475" actId="20577"/>
        <pc:sldMkLst>
          <pc:docMk/>
          <pc:sldMk cId="2508244689" sldId="314"/>
        </pc:sldMkLst>
        <pc:spChg chg="mod">
          <ac:chgData name="Mark Doughty" userId="dd11778a-efac-49e8-8837-f18df6981ad8" providerId="ADAL" clId="{97281B58-FD2C-4EAD-925B-33430D676DA4}" dt="2025-09-25T11:59:10.613" v="1475" actId="20577"/>
          <ac:spMkLst>
            <pc:docMk/>
            <pc:sldMk cId="2508244689" sldId="314"/>
            <ac:spMk id="2" creationId="{9063B1D9-5C9F-44C2-C3F9-0A9C2E3052FC}"/>
          </ac:spMkLst>
        </pc:spChg>
      </pc:sldChg>
      <pc:sldChg chg="addSp delSp modSp new mod setBg modClrScheme setClrOvrMap chgLayout">
        <pc:chgData name="Mark Doughty" userId="dd11778a-efac-49e8-8837-f18df6981ad8" providerId="ADAL" clId="{97281B58-FD2C-4EAD-925B-33430D676DA4}" dt="2025-09-25T13:46:04.766" v="1593" actId="1076"/>
        <pc:sldMkLst>
          <pc:docMk/>
          <pc:sldMk cId="1742228891" sldId="315"/>
        </pc:sldMkLst>
        <pc:spChg chg="del mod ord">
          <ac:chgData name="Mark Doughty" userId="dd11778a-efac-49e8-8837-f18df6981ad8" providerId="ADAL" clId="{97281B58-FD2C-4EAD-925B-33430D676DA4}" dt="2025-09-25T13:27:47.667" v="1544" actId="700"/>
          <ac:spMkLst>
            <pc:docMk/>
            <pc:sldMk cId="1742228891" sldId="315"/>
            <ac:spMk id="2" creationId="{7BD2D986-51D2-E1A9-9A6A-5D57BE303E01}"/>
          </ac:spMkLst>
        </pc:spChg>
        <pc:spChg chg="del mod ord">
          <ac:chgData name="Mark Doughty" userId="dd11778a-efac-49e8-8837-f18df6981ad8" providerId="ADAL" clId="{97281B58-FD2C-4EAD-925B-33430D676DA4}" dt="2025-09-25T13:27:47.667" v="1544" actId="700"/>
          <ac:spMkLst>
            <pc:docMk/>
            <pc:sldMk cId="1742228891" sldId="315"/>
            <ac:spMk id="3" creationId="{A11CE8FC-BD74-E743-CFED-7CDB84680526}"/>
          </ac:spMkLst>
        </pc:spChg>
        <pc:spChg chg="mod ord">
          <ac:chgData name="Mark Doughty" userId="dd11778a-efac-49e8-8837-f18df6981ad8" providerId="ADAL" clId="{97281B58-FD2C-4EAD-925B-33430D676DA4}" dt="2025-09-25T13:40:34.218" v="1563" actId="26606"/>
          <ac:spMkLst>
            <pc:docMk/>
            <pc:sldMk cId="1742228891" sldId="315"/>
            <ac:spMk id="4" creationId="{E30CE7F3-097C-DB7E-2310-14061843E788}"/>
          </ac:spMkLst>
        </pc:spChg>
        <pc:spChg chg="add del mod ord">
          <ac:chgData name="Mark Doughty" userId="dd11778a-efac-49e8-8837-f18df6981ad8" providerId="ADAL" clId="{97281B58-FD2C-4EAD-925B-33430D676DA4}" dt="2025-09-25T13:41:00.865" v="1579" actId="478"/>
          <ac:spMkLst>
            <pc:docMk/>
            <pc:sldMk cId="1742228891" sldId="315"/>
            <ac:spMk id="5" creationId="{F03B4C9F-C0C9-6DBD-23B8-B7D801FC7F81}"/>
          </ac:spMkLst>
        </pc:spChg>
        <pc:spChg chg="add mod ord">
          <ac:chgData name="Mark Doughty" userId="dd11778a-efac-49e8-8837-f18df6981ad8" providerId="ADAL" clId="{97281B58-FD2C-4EAD-925B-33430D676DA4}" dt="2025-09-25T13:41:59.107" v="1590" actId="27636"/>
          <ac:spMkLst>
            <pc:docMk/>
            <pc:sldMk cId="1742228891" sldId="315"/>
            <ac:spMk id="6" creationId="{33A083BC-380A-29B2-CC1B-16BDC46AB953}"/>
          </ac:spMkLst>
        </pc:spChg>
        <pc:spChg chg="add del mod">
          <ac:chgData name="Mark Doughty" userId="dd11778a-efac-49e8-8837-f18df6981ad8" providerId="ADAL" clId="{97281B58-FD2C-4EAD-925B-33430D676DA4}" dt="2025-09-25T13:45:53.958" v="1592" actId="478"/>
          <ac:spMkLst>
            <pc:docMk/>
            <pc:sldMk cId="1742228891" sldId="315"/>
            <ac:spMk id="8" creationId="{1240AD5B-DE3A-CAA1-5403-EBF30C4DB937}"/>
          </ac:spMkLst>
        </pc:spChg>
        <pc:spChg chg="add">
          <ac:chgData name="Mark Doughty" userId="dd11778a-efac-49e8-8837-f18df6981ad8" providerId="ADAL" clId="{97281B58-FD2C-4EAD-925B-33430D676DA4}" dt="2025-09-25T13:40:34.218" v="1563" actId="26606"/>
          <ac:spMkLst>
            <pc:docMk/>
            <pc:sldMk cId="1742228891" sldId="315"/>
            <ac:spMk id="1035" creationId="{33E93247-6229-44AB-A550-739E971E690B}"/>
          </ac:spMkLst>
        </pc:spChg>
        <pc:spChg chg="add">
          <ac:chgData name="Mark Doughty" userId="dd11778a-efac-49e8-8837-f18df6981ad8" providerId="ADAL" clId="{97281B58-FD2C-4EAD-925B-33430D676DA4}" dt="2025-09-25T13:40:34.218" v="1563" actId="26606"/>
          <ac:spMkLst>
            <pc:docMk/>
            <pc:sldMk cId="1742228891" sldId="315"/>
            <ac:spMk id="1037" creationId="{612349FF-7742-42ED-ADF3-238B5DDD176C}"/>
          </ac:spMkLst>
        </pc:spChg>
        <pc:picChg chg="add del mod ord">
          <ac:chgData name="Mark Doughty" userId="dd11778a-efac-49e8-8837-f18df6981ad8" providerId="ADAL" clId="{97281B58-FD2C-4EAD-925B-33430D676DA4}" dt="2025-09-25T13:46:04.766" v="1593" actId="1076"/>
          <ac:picMkLst>
            <pc:docMk/>
            <pc:sldMk cId="1742228891" sldId="315"/>
            <ac:picMk id="1026" creationId="{D8786A20-A898-DECB-FB16-7C6B7F8AB61B}"/>
          </ac:picMkLst>
        </pc:picChg>
        <pc:cxnChg chg="add">
          <ac:chgData name="Mark Doughty" userId="dd11778a-efac-49e8-8837-f18df6981ad8" providerId="ADAL" clId="{97281B58-FD2C-4EAD-925B-33430D676DA4}" dt="2025-09-25T13:40:34.218" v="1563" actId="26606"/>
          <ac:cxnSpMkLst>
            <pc:docMk/>
            <pc:sldMk cId="1742228891" sldId="315"/>
            <ac:cxnSpMk id="1031" creationId="{F64F9B95-9045-48D2-B9F3-2927E98F54AA}"/>
          </ac:cxnSpMkLst>
        </pc:cxnChg>
        <pc:cxnChg chg="add">
          <ac:chgData name="Mark Doughty" userId="dd11778a-efac-49e8-8837-f18df6981ad8" providerId="ADAL" clId="{97281B58-FD2C-4EAD-925B-33430D676DA4}" dt="2025-09-25T13:40:34.218" v="1563" actId="26606"/>
          <ac:cxnSpMkLst>
            <pc:docMk/>
            <pc:sldMk cId="1742228891" sldId="315"/>
            <ac:cxnSpMk id="1033" creationId="{085AA86F-6A4D-4BCB-A045-D992CDC2959B}"/>
          </ac:cxnSpMkLst>
        </pc:cxnChg>
      </pc:sldChg>
      <pc:sldMasterChg chg="addSp modSp modSldLayout">
        <pc:chgData name="Mark Doughty" userId="dd11778a-efac-49e8-8837-f18df6981ad8" providerId="ADAL" clId="{97281B58-FD2C-4EAD-925B-33430D676DA4}" dt="2025-09-25T12:16:24.323" v="1542"/>
        <pc:sldMasterMkLst>
          <pc:docMk/>
          <pc:sldMasterMk cId="1091329687" sldId="2147483751"/>
        </pc:sldMasterMkLst>
        <pc:spChg chg="mod">
          <ac:chgData name="Mark Doughty" userId="dd11778a-efac-49e8-8837-f18df6981ad8" providerId="ADAL" clId="{97281B58-FD2C-4EAD-925B-33430D676DA4}" dt="2025-09-25T12:16:24.323" v="1542"/>
          <ac:spMkLst>
            <pc:docMk/>
            <pc:sldMasterMk cId="1091329687" sldId="2147483751"/>
            <ac:spMk id="11" creationId="{32EBDB0B-D835-3393-ABE8-4C8288D63474}"/>
          </ac:spMkLst>
        </pc:spChg>
        <pc:grpChg chg="add mod">
          <ac:chgData name="Mark Doughty" userId="dd11778a-efac-49e8-8837-f18df6981ad8" providerId="ADAL" clId="{97281B58-FD2C-4EAD-925B-33430D676DA4}" dt="2025-09-25T12:16:24.323" v="1542"/>
          <ac:grpSpMkLst>
            <pc:docMk/>
            <pc:sldMasterMk cId="1091329687" sldId="2147483751"/>
            <ac:grpSpMk id="9" creationId="{FC21FD4F-3218-7EBB-8CA1-A5CDD3ED0485}"/>
          </ac:grpSpMkLst>
        </pc:grpChg>
        <pc:picChg chg="mod">
          <ac:chgData name="Mark Doughty" userId="dd11778a-efac-49e8-8837-f18df6981ad8" providerId="ADAL" clId="{97281B58-FD2C-4EAD-925B-33430D676DA4}" dt="2025-09-25T12:16:24.323" v="1542"/>
          <ac:picMkLst>
            <pc:docMk/>
            <pc:sldMasterMk cId="1091329687" sldId="2147483751"/>
            <ac:picMk id="10" creationId="{F5FA379E-6DDF-CFB0-3D45-4DA1A12140E3}"/>
          </ac:picMkLst>
        </pc:picChg>
        <pc:sldLayoutChg chg="addSp delSp modSp mod setBg">
          <pc:chgData name="Mark Doughty" userId="dd11778a-efac-49e8-8837-f18df6981ad8" providerId="ADAL" clId="{97281B58-FD2C-4EAD-925B-33430D676DA4}" dt="2025-09-25T12:15:24.988" v="1541"/>
          <pc:sldLayoutMkLst>
            <pc:docMk/>
            <pc:sldMasterMk cId="1091329687" sldId="2147483751"/>
            <pc:sldLayoutMk cId="2135995929" sldId="2147483748"/>
          </pc:sldLayoutMkLst>
          <pc:spChg chg="mod">
            <ac:chgData name="Mark Doughty" userId="dd11778a-efac-49e8-8837-f18df6981ad8" providerId="ADAL" clId="{97281B58-FD2C-4EAD-925B-33430D676DA4}" dt="2025-09-25T12:13:47.458" v="1537"/>
            <ac:spMkLst>
              <pc:docMk/>
              <pc:sldMasterMk cId="1091329687" sldId="2147483751"/>
              <pc:sldLayoutMk cId="2135995929" sldId="2147483748"/>
              <ac:spMk id="9" creationId="{7A961838-862B-5F81-C207-D5941B18F271}"/>
            </ac:spMkLst>
          </pc:spChg>
          <pc:grpChg chg="add del mod">
            <ac:chgData name="Mark Doughty" userId="dd11778a-efac-49e8-8837-f18df6981ad8" providerId="ADAL" clId="{97281B58-FD2C-4EAD-925B-33430D676DA4}" dt="2025-09-25T12:14:36.083" v="1539" actId="21"/>
            <ac:grpSpMkLst>
              <pc:docMk/>
              <pc:sldMasterMk cId="1091329687" sldId="2147483751"/>
              <pc:sldLayoutMk cId="2135995929" sldId="2147483748"/>
              <ac:grpSpMk id="7" creationId="{0E1E66D5-4F3E-0B44-F896-4E5E93A7D884}"/>
            </ac:grpSpMkLst>
          </pc:grpChg>
          <pc:picChg chg="mod">
            <ac:chgData name="Mark Doughty" userId="dd11778a-efac-49e8-8837-f18df6981ad8" providerId="ADAL" clId="{97281B58-FD2C-4EAD-925B-33430D676DA4}" dt="2025-09-25T12:13:47.458" v="1537"/>
            <ac:picMkLst>
              <pc:docMk/>
              <pc:sldMasterMk cId="1091329687" sldId="2147483751"/>
              <pc:sldLayoutMk cId="2135995929" sldId="2147483748"/>
              <ac:picMk id="8" creationId="{1CCB6481-3687-C09A-D632-30CA9E353E8D}"/>
            </ac:picMkLst>
          </pc:pic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941283-27DB-4E43-8502-6DA3B0D6A572}" type="datetimeFigureOut">
              <a:rPr lang="en-GB" smtClean="0"/>
              <a:t>25/09/2025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E0145B-F3B1-4A80-AF7E-A851CBC807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16124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8426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8426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5027B-E1A9-4146-B7C1-A832BF8618D5}" type="datetime1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Attendance Code: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995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235C-1F0D-44A5-ABB4-B132BC8F5416}" type="datetime1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Attendance Code: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8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A4BC1-B731-4DDC-9880-B8E27632C7AA}" type="datetime1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Attendance Code: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522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12793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15383" y="2128684"/>
            <a:ext cx="5304417" cy="384441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28684"/>
            <a:ext cx="5219700" cy="384441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5C814-6E0E-40F7-BD56-81FE0B5E98CE}" type="datetime1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Attendance Code: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713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87" y="929148"/>
            <a:ext cx="10640005" cy="76154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4" y="1681163"/>
            <a:ext cx="5282192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5384" y="2505075"/>
            <a:ext cx="5282192" cy="342377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4237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B60B0-E1D8-4F98-8BAF-D808559B181D}" type="datetime1">
              <a:rPr lang="en-US" smtClean="0"/>
              <a:t>9/25/2025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Attendance Code: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2720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F1E0C-F283-46BD-8F05-C6400D831B2F}" type="datetime1">
              <a:rPr lang="en-US" smtClean="0"/>
              <a:t>9/25/2025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Attendance Code: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57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13639-F870-4A58-B159-D9E202F187B6}" type="datetime1">
              <a:rPr lang="en-US" smtClean="0"/>
              <a:t>9/25/2025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Attendance Code: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485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426" y="781665"/>
            <a:ext cx="4093599" cy="122345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8258" y="2315497"/>
            <a:ext cx="4093599" cy="35534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74958-270B-42C2-8396-716177D57BB3}" type="datetime1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Attendance Code: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673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342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342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A3967-29A6-477C-9F6C-55E5DF1F65C0}" type="datetime1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Attendance Code: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126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3557F-F99D-4F0E-B7B8-708CEA6660D5}" type="datetime1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Attendance Code: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291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997973"/>
            <a:ext cx="8404122" cy="4984956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95354-31C0-4DD3-B025-0F798D6FB2F6}" type="datetime1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Attendance Code: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7383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37103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93126"/>
            <a:ext cx="10691265" cy="3636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925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978D66D6-A69B-4015-B98E-A408736EC819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5383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Attendance Code: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C3DB2ADC-AF19-4574-8C10-79B5B04FCA27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FC21FD4F-3218-7EBB-8CA1-A5CDD3ED0485}"/>
              </a:ext>
            </a:extLst>
          </p:cNvPr>
          <p:cNvGrpSpPr/>
          <p:nvPr userDrawn="1"/>
        </p:nvGrpSpPr>
        <p:grpSpPr>
          <a:xfrm>
            <a:off x="91855" y="10585"/>
            <a:ext cx="2520641" cy="628169"/>
            <a:chOff x="60324" y="11688"/>
            <a:chExt cx="2520641" cy="628169"/>
          </a:xfrm>
        </p:grpSpPr>
        <p:pic>
          <p:nvPicPr>
            <p:cNvPr id="10" name="Picture 9" descr="A qr code with a paper crane&#10;&#10;AI-generated content may be incorrect.">
              <a:extLst>
                <a:ext uri="{FF2B5EF4-FFF2-40B4-BE49-F238E27FC236}">
                  <a16:creationId xmlns:a16="http://schemas.microsoft.com/office/drawing/2014/main" id="{F5FA379E-6DDF-CFB0-3D45-4DA1A12140E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324" y="52482"/>
              <a:ext cx="587375" cy="587375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2EBDB0B-D835-3393-ABE8-4C8288D63474}"/>
                </a:ext>
              </a:extLst>
            </p:cNvPr>
            <p:cNvSpPr txBox="1"/>
            <p:nvPr/>
          </p:nvSpPr>
          <p:spPr>
            <a:xfrm>
              <a:off x="580096" y="11688"/>
              <a:ext cx="200086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b="1" dirty="0"/>
                <a:t>https://lncn.ac/CMP2804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91329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40" r:id="rId4"/>
    <p:sldLayoutId id="2147483741" r:id="rId5"/>
    <p:sldLayoutId id="2147483746" r:id="rId6"/>
    <p:sldLayoutId id="2147483742" r:id="rId7"/>
    <p:sldLayoutId id="2147483743" r:id="rId8"/>
    <p:sldLayoutId id="2147483744" r:id="rId9"/>
    <p:sldLayoutId id="2147483745" r:id="rId10"/>
    <p:sldLayoutId id="2147483747" r:id="rId11"/>
  </p:sldLayoutIdLst>
  <p:hf sldNum="0"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bxtv5XB7eIA" TargetMode="External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reddit.com/r/NonZeroDay/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C4647-C16E-ACB5-22A7-06BD6B78E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 of the day!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37A70D-DF82-647C-F6B9-46D1BDBF74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What is your favourite board game…?</a:t>
            </a:r>
          </a:p>
          <a:p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4EB6D0-B861-019E-83BE-2DB6ED83C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Attendance Code: </a:t>
            </a:r>
          </a:p>
        </p:txBody>
      </p:sp>
    </p:spTree>
    <p:extLst>
      <p:ext uri="{BB962C8B-B14F-4D97-AF65-F5344CB8AC3E}">
        <p14:creationId xmlns:p14="http://schemas.microsoft.com/office/powerpoint/2010/main" val="7686883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479833C7-FDE4-4657-B0B1-32BE833C24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0ABE7C0B-A2D9-4202-A524-532DA2E2D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On Air Stock Photo - Download Image Now - Radio, Mid-Air, Podcasting -  iStock">
            <a:extLst>
              <a:ext uri="{FF2B5EF4-FFF2-40B4-BE49-F238E27FC236}">
                <a16:creationId xmlns:a16="http://schemas.microsoft.com/office/drawing/2014/main" id="{403D3714-9C06-7C2F-C0AE-AAD431CAA9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000"/>
          <a:stretch/>
        </p:blipFill>
        <p:spPr bwMode="auto">
          <a:xfrm>
            <a:off x="20" y="10"/>
            <a:ext cx="12191979" cy="6857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800AAD6-9E15-4A1C-3466-CE8E4C34F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Attendance Code: </a:t>
            </a:r>
          </a:p>
        </p:txBody>
      </p:sp>
    </p:spTree>
    <p:extLst>
      <p:ext uri="{BB962C8B-B14F-4D97-AF65-F5344CB8AC3E}">
        <p14:creationId xmlns:p14="http://schemas.microsoft.com/office/powerpoint/2010/main" val="37269067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D6BB92-933F-43EF-1772-D9C4EBC72C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7699" y="871758"/>
            <a:ext cx="5227171" cy="3871143"/>
          </a:xfrm>
        </p:spPr>
        <p:txBody>
          <a:bodyPr>
            <a:normAutofit/>
          </a:bodyPr>
          <a:lstStyle/>
          <a:p>
            <a:r>
              <a:rPr lang="en-GB" dirty="0"/>
              <a:t>CMP2804 </a:t>
            </a:r>
            <a:br>
              <a:rPr lang="en-GB" dirty="0"/>
            </a:br>
            <a:r>
              <a:rPr lang="en-GB" dirty="0"/>
              <a:t>Team Software Engineering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B15FD7-88A5-C1EC-953E-B7E4B8E6AC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7699" y="5060527"/>
            <a:ext cx="4857857" cy="978197"/>
          </a:xfrm>
        </p:spPr>
        <p:txBody>
          <a:bodyPr anchor="t" anchorCtr="0">
            <a:normAutofit fontScale="92500" lnSpcReduction="20000"/>
          </a:bodyPr>
          <a:lstStyle/>
          <a:p>
            <a:r>
              <a:rPr lang="en-GB" sz="5800" dirty="0">
                <a:latin typeface="+mj-lt"/>
              </a:rPr>
              <a:t>Week 1</a:t>
            </a:r>
          </a:p>
          <a:p>
            <a:endParaRPr lang="en-GB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49149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7CC41EB-2D81-4303-9171-6401B388B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49149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Topview of mint green workspace with laptop, coffee, notebook, pen, glasses, and mouse">
            <a:extLst>
              <a:ext uri="{FF2B5EF4-FFF2-40B4-BE49-F238E27FC236}">
                <a16:creationId xmlns:a16="http://schemas.microsoft.com/office/drawing/2014/main" id="{62E9864C-B6D4-4387-11B4-D6961963FF5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4745" b="-1"/>
          <a:stretch/>
        </p:blipFill>
        <p:spPr>
          <a:xfrm>
            <a:off x="6515100" y="10"/>
            <a:ext cx="5676900" cy="685799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0420D0-1861-1DE7-6416-1DB5E96A6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Attendance Code: 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33D8A82-3036-55CB-0396-FD9169924B55}"/>
              </a:ext>
            </a:extLst>
          </p:cNvPr>
          <p:cNvGrpSpPr/>
          <p:nvPr/>
        </p:nvGrpSpPr>
        <p:grpSpPr>
          <a:xfrm>
            <a:off x="60324" y="11688"/>
            <a:ext cx="2520641" cy="628169"/>
            <a:chOff x="60324" y="11688"/>
            <a:chExt cx="2520641" cy="628169"/>
          </a:xfrm>
        </p:grpSpPr>
        <p:pic>
          <p:nvPicPr>
            <p:cNvPr id="7" name="Picture 6" descr="A qr code with a paper crane&#10;&#10;AI-generated content may be incorrect.">
              <a:extLst>
                <a:ext uri="{FF2B5EF4-FFF2-40B4-BE49-F238E27FC236}">
                  <a16:creationId xmlns:a16="http://schemas.microsoft.com/office/drawing/2014/main" id="{9A0C01DE-75FE-DB77-6E73-A5CE8183CA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324" y="52482"/>
              <a:ext cx="587375" cy="587375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7F387F2-5002-04A4-34B0-A10D54EB93C2}"/>
                </a:ext>
              </a:extLst>
            </p:cNvPr>
            <p:cNvSpPr txBox="1"/>
            <p:nvPr/>
          </p:nvSpPr>
          <p:spPr>
            <a:xfrm>
              <a:off x="580096" y="11688"/>
              <a:ext cx="200086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b="1" dirty="0"/>
                <a:t>https://lncn.ac/CMP2804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013401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B4BFAC-E46E-6F79-4586-8B261FA93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799763" cy="1473200"/>
          </a:xfrm>
        </p:spPr>
        <p:txBody>
          <a:bodyPr>
            <a:normAutofit/>
          </a:bodyPr>
          <a:lstStyle/>
          <a:p>
            <a:endParaRPr lang="en-GB" sz="3600"/>
          </a:p>
        </p:txBody>
      </p:sp>
      <p:cxnSp>
        <p:nvCxnSpPr>
          <p:cNvPr id="3081" name="Straight Connector 3080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BF8B53-45EC-BD3E-5CA4-C8E4C4BB0A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8" y="2387600"/>
            <a:ext cx="3799763" cy="3767328"/>
          </a:xfrm>
        </p:spPr>
        <p:txBody>
          <a:bodyPr>
            <a:normAutofit/>
          </a:bodyPr>
          <a:lstStyle/>
          <a:p>
            <a:r>
              <a:rPr lang="en-GB" dirty="0"/>
              <a:t>Module Introduction</a:t>
            </a:r>
          </a:p>
          <a:p>
            <a:pPr lvl="1"/>
            <a:r>
              <a:rPr lang="en-GB" dirty="0"/>
              <a:t>Staff, lecture sessions, supervisors</a:t>
            </a:r>
          </a:p>
          <a:p>
            <a:r>
              <a:rPr lang="en-GB" dirty="0"/>
              <a:t>Module Assessment</a:t>
            </a:r>
          </a:p>
          <a:p>
            <a:pPr lvl="1"/>
            <a:r>
              <a:rPr lang="en-GB" dirty="0"/>
              <a:t>Peer assessment</a:t>
            </a:r>
          </a:p>
          <a:p>
            <a:pPr lvl="1"/>
            <a:r>
              <a:rPr lang="en-GB" dirty="0"/>
              <a:t>Assessment requirements</a:t>
            </a:r>
          </a:p>
          <a:p>
            <a:r>
              <a:rPr lang="en-GB" dirty="0"/>
              <a:t>Working in a Team</a:t>
            </a:r>
          </a:p>
          <a:p>
            <a:r>
              <a:rPr lang="en-GB" dirty="0"/>
              <a:t>Sprints</a:t>
            </a:r>
          </a:p>
          <a:p>
            <a:endParaRPr lang="en-GB" dirty="0"/>
          </a:p>
        </p:txBody>
      </p:sp>
      <p:pic>
        <p:nvPicPr>
          <p:cNvPr id="3074" name="Picture 2" descr="grayscale photography of people sitting on crowd chair">
            <a:extLst>
              <a:ext uri="{FF2B5EF4-FFF2-40B4-BE49-F238E27FC236}">
                <a16:creationId xmlns:a16="http://schemas.microsoft.com/office/drawing/2014/main" id="{328C4F3D-E434-3D7C-3741-7BC3814A86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814" b="-1"/>
          <a:stretch>
            <a:fillRect/>
          </a:stretch>
        </p:blipFill>
        <p:spPr bwMode="auto">
          <a:xfrm>
            <a:off x="4981575" y="735286"/>
            <a:ext cx="6495042" cy="5419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E4AC5F-BE57-18D7-C5ED-939C94019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4088" y="6356350"/>
            <a:ext cx="4539727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Attendance Code: </a:t>
            </a:r>
          </a:p>
        </p:txBody>
      </p:sp>
    </p:spTree>
    <p:extLst>
      <p:ext uri="{BB962C8B-B14F-4D97-AF65-F5344CB8AC3E}">
        <p14:creationId xmlns:p14="http://schemas.microsoft.com/office/powerpoint/2010/main" val="1133018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B4B4A-FEAF-C7A4-4B62-6852D1501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Module Details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701372-7D1A-3BEB-0B02-3C0CF50CBD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35C000-4FF0-D12B-4382-9F4BC5FF9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Attendance Code: </a:t>
            </a:r>
          </a:p>
        </p:txBody>
      </p:sp>
    </p:spTree>
    <p:extLst>
      <p:ext uri="{BB962C8B-B14F-4D97-AF65-F5344CB8AC3E}">
        <p14:creationId xmlns:p14="http://schemas.microsoft.com/office/powerpoint/2010/main" val="2154322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C104D9-4010-0E4B-60B5-0282A74B2437}"/>
              </a:ext>
            </a:extLst>
          </p:cNvPr>
          <p:cNvSpPr txBox="1"/>
          <p:nvPr/>
        </p:nvSpPr>
        <p:spPr>
          <a:xfrm>
            <a:off x="1158598" y="1244397"/>
            <a:ext cx="3043189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  <a:p>
            <a:r>
              <a:rPr lang="en-GB" b="1" dirty="0"/>
              <a:t>Dr Mark Doughty</a:t>
            </a:r>
          </a:p>
          <a:p>
            <a:r>
              <a:rPr lang="en-GB" b="1" dirty="0"/>
              <a:t>Weeks 1, 2, 6, 8, 9</a:t>
            </a:r>
          </a:p>
          <a:p>
            <a:endParaRPr lang="en-GB" b="1" dirty="0"/>
          </a:p>
          <a:p>
            <a:endParaRPr lang="en-GB" b="1" dirty="0"/>
          </a:p>
          <a:p>
            <a:endParaRPr lang="en-GB" b="1" dirty="0"/>
          </a:p>
          <a:p>
            <a:endParaRPr lang="en-GB" b="1" dirty="0"/>
          </a:p>
          <a:p>
            <a:endParaRPr lang="en-GB" b="1" dirty="0"/>
          </a:p>
          <a:p>
            <a:endParaRPr lang="en-GB" b="1" dirty="0"/>
          </a:p>
          <a:p>
            <a:endParaRPr lang="en-GB" b="1" dirty="0"/>
          </a:p>
          <a:p>
            <a:endParaRPr lang="en-GB" b="1" dirty="0"/>
          </a:p>
          <a:p>
            <a:endParaRPr lang="en-GB" b="1" dirty="0"/>
          </a:p>
          <a:p>
            <a:r>
              <a:rPr lang="en-GB" b="1" dirty="0"/>
              <a:t>Weeks 3, 4, 5</a:t>
            </a:r>
          </a:p>
          <a:p>
            <a:endParaRPr lang="en-GB" b="1" dirty="0"/>
          </a:p>
          <a:p>
            <a:endParaRPr lang="en-GB" b="1" dirty="0"/>
          </a:p>
          <a:p>
            <a:endParaRPr lang="en-GB" b="1" dirty="0"/>
          </a:p>
          <a:p>
            <a:endParaRPr lang="en-GB" b="1" dirty="0"/>
          </a:p>
        </p:txBody>
      </p:sp>
      <p:pic>
        <p:nvPicPr>
          <p:cNvPr id="4" name="Picture 3" descr="A person wearing glasses and a grey suit&#10;&#10;Description automatically generated">
            <a:extLst>
              <a:ext uri="{FF2B5EF4-FFF2-40B4-BE49-F238E27FC236}">
                <a16:creationId xmlns:a16="http://schemas.microsoft.com/office/drawing/2014/main" id="{01124A92-E423-7837-1BE5-2E6AD3F3E2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971" y="1244397"/>
            <a:ext cx="2053758" cy="20537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6A43DE5-4D61-04CD-5D40-85DF54B605FC}"/>
              </a:ext>
            </a:extLst>
          </p:cNvPr>
          <p:cNvSpPr txBox="1"/>
          <p:nvPr/>
        </p:nvSpPr>
        <p:spPr>
          <a:xfrm>
            <a:off x="8153499" y="2828835"/>
            <a:ext cx="35142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Throughout Semester A and B:</a:t>
            </a:r>
          </a:p>
          <a:p>
            <a:endParaRPr lang="en-GB" dirty="0"/>
          </a:p>
          <a:p>
            <a:r>
              <a:rPr lang="en-GB" b="1" dirty="0"/>
              <a:t>Meet regularly with your project supervisors!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A7CE93-D4BC-0C42-A7FE-C8AE87F71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Attendance Code: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B7E95B8-48E3-045F-8F2D-EDF9C3196B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5034" y="4361395"/>
            <a:ext cx="3861631" cy="1121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410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29C0C21-4EA5-C8D2-1CAD-2BF687B14129}"/>
              </a:ext>
            </a:extLst>
          </p:cNvPr>
          <p:cNvSpPr txBox="1"/>
          <p:nvPr/>
        </p:nvSpPr>
        <p:spPr>
          <a:xfrm>
            <a:off x="1306285" y="1386673"/>
            <a:ext cx="8898205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There are two assessments:</a:t>
            </a:r>
          </a:p>
          <a:p>
            <a:endParaRPr lang="en-GB" dirty="0"/>
          </a:p>
          <a:p>
            <a:pPr marL="342900" indent="-342900">
              <a:buFont typeface="+mj-lt"/>
              <a:buAutoNum type="arabicPeriod"/>
            </a:pPr>
            <a:r>
              <a:rPr lang="en-GB" b="1" dirty="0"/>
              <a:t>[GROUP] Team Project Proposal </a:t>
            </a:r>
            <a:r>
              <a:rPr lang="en-GB" dirty="0"/>
              <a:t>(Semester A, Week X [xx/xx/xx], </a:t>
            </a:r>
            <a:r>
              <a:rPr lang="en-GB" b="1" dirty="0"/>
              <a:t>35%</a:t>
            </a:r>
            <a:r>
              <a:rPr lang="en-GB" dirty="0"/>
              <a:t>)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dirty="0"/>
              <a:t>+ [INDIVIDUAL] Blackboard Journal Sprint Review entries (x2)</a:t>
            </a:r>
          </a:p>
          <a:p>
            <a:pPr marL="342900" indent="-342900">
              <a:buFont typeface="+mj-lt"/>
              <a:buAutoNum type="arabicPeriod"/>
            </a:pPr>
            <a:r>
              <a:rPr lang="en-GB" b="1" dirty="0"/>
              <a:t>[GROUP] Team Project Poster and Artefact </a:t>
            </a:r>
            <a:r>
              <a:rPr lang="en-GB" dirty="0"/>
              <a:t>(Semester B, Week X [xx/xx/xx], </a:t>
            </a:r>
            <a:r>
              <a:rPr lang="en-GB" b="1" dirty="0"/>
              <a:t>65%</a:t>
            </a:r>
            <a:r>
              <a:rPr lang="en-GB" dirty="0"/>
              <a:t>)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dirty="0"/>
              <a:t>+ [INDIVIDUAL] Blackboard Journal Sprint Review entries (x3)</a:t>
            </a:r>
          </a:p>
          <a:p>
            <a:pPr lvl="1"/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B6B42E-5867-ABD6-199B-8CCF062B7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Attendance Code: </a:t>
            </a:r>
          </a:p>
        </p:txBody>
      </p:sp>
    </p:spTree>
    <p:extLst>
      <p:ext uri="{BB962C8B-B14F-4D97-AF65-F5344CB8AC3E}">
        <p14:creationId xmlns:p14="http://schemas.microsoft.com/office/powerpoint/2010/main" val="35743621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B10F3-8415-E4AB-F155-D4F947963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Peer assessment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0A47D7-5C2C-3DA5-20C6-E8FA732122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GB" dirty="0"/>
              <a:t>Each team member will complete an anonymous basic assessment of other team members.</a:t>
            </a:r>
          </a:p>
          <a:p>
            <a:r>
              <a:rPr lang="en-GB" dirty="0"/>
              <a:t>So final mark for each assessment reflects individual contribution as well as an overall mark.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E44FFB-BE46-DA82-DB93-1D88F9B02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Attendance Code: </a:t>
            </a:r>
          </a:p>
        </p:txBody>
      </p:sp>
    </p:spTree>
    <p:extLst>
      <p:ext uri="{BB962C8B-B14F-4D97-AF65-F5344CB8AC3E}">
        <p14:creationId xmlns:p14="http://schemas.microsoft.com/office/powerpoint/2010/main" val="18502743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85DBA75-C2D5-2961-38A3-2CAE7585E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Attendance Code: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12D7E2-B701-D51A-8357-89C6B4A9B0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5364" y="982797"/>
            <a:ext cx="7083205" cy="489240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8A6E507-ACCA-1335-E217-E22D150B6BD0}"/>
              </a:ext>
            </a:extLst>
          </p:cNvPr>
          <p:cNvSpPr txBox="1"/>
          <p:nvPr/>
        </p:nvSpPr>
        <p:spPr>
          <a:xfrm>
            <a:off x="773431" y="2967335"/>
            <a:ext cx="19773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Mark each team member out of 5 for these criteria:</a:t>
            </a:r>
          </a:p>
        </p:txBody>
      </p:sp>
    </p:spTree>
    <p:extLst>
      <p:ext uri="{BB962C8B-B14F-4D97-AF65-F5344CB8AC3E}">
        <p14:creationId xmlns:p14="http://schemas.microsoft.com/office/powerpoint/2010/main" val="36856229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A46ED-BE84-0B33-5B87-85C015CB4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Assessment 1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848197-D6E8-0B91-E7C4-40936FF86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Attendance Code: </a:t>
            </a:r>
          </a:p>
        </p:txBody>
      </p:sp>
      <p:pic>
        <p:nvPicPr>
          <p:cNvPr id="1026" name="Picture 2" descr="How to Prepare an Annual Report | HBS Online">
            <a:extLst>
              <a:ext uri="{FF2B5EF4-FFF2-40B4-BE49-F238E27FC236}">
                <a16:creationId xmlns:a16="http://schemas.microsoft.com/office/drawing/2014/main" id="{ED2649C4-F397-9BB0-F45F-6F9ACAA10B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" y="1876610"/>
            <a:ext cx="2742059" cy="1371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0E5D40F-2EAF-46FD-F9E2-567EDAAE42F0}"/>
              </a:ext>
            </a:extLst>
          </p:cNvPr>
          <p:cNvSpPr txBox="1"/>
          <p:nvPr/>
        </p:nvSpPr>
        <p:spPr>
          <a:xfrm>
            <a:off x="3906982" y="2042556"/>
            <a:ext cx="3606693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Proposal Document</a:t>
            </a:r>
          </a:p>
          <a:p>
            <a:r>
              <a:rPr lang="en-GB" b="1" dirty="0"/>
              <a:t>[All team members collaborate]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Blackboard Journal Sprint Reviews</a:t>
            </a:r>
          </a:p>
          <a:p>
            <a:r>
              <a:rPr lang="en-GB" b="1" dirty="0"/>
              <a:t>[Individual]</a:t>
            </a:r>
          </a:p>
          <a:p>
            <a:endParaRPr lang="en-GB" b="1" dirty="0"/>
          </a:p>
          <a:p>
            <a:endParaRPr lang="en-GB" b="1" dirty="0"/>
          </a:p>
          <a:p>
            <a:endParaRPr lang="en-GB" b="1" dirty="0"/>
          </a:p>
          <a:p>
            <a:r>
              <a:rPr lang="en-GB" dirty="0"/>
              <a:t>Anonymous Peer Assessment</a:t>
            </a:r>
          </a:p>
          <a:p>
            <a:r>
              <a:rPr lang="en-GB" b="1" dirty="0"/>
              <a:t>[Individual]</a:t>
            </a:r>
          </a:p>
        </p:txBody>
      </p:sp>
      <p:pic>
        <p:nvPicPr>
          <p:cNvPr id="1028" name="Picture 4" descr="The 5 Levels of Sprint Races: What is Attainable? | Neuff Athletic — Neuff  Athletic Equipment">
            <a:extLst>
              <a:ext uri="{FF2B5EF4-FFF2-40B4-BE49-F238E27FC236}">
                <a16:creationId xmlns:a16="http://schemas.microsoft.com/office/drawing/2014/main" id="{FD16F712-23FC-0A69-CC68-6017173BAE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" y="3602754"/>
            <a:ext cx="2742059" cy="959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eer Relationships at work: How to improve, Examples and Importance">
            <a:extLst>
              <a:ext uri="{FF2B5EF4-FFF2-40B4-BE49-F238E27FC236}">
                <a16:creationId xmlns:a16="http://schemas.microsoft.com/office/drawing/2014/main" id="{65683A2F-6B29-14DE-70B9-B74173DC82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433" y="4747129"/>
            <a:ext cx="2119257" cy="1188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53168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85B96-364E-AFF6-CAD3-5E67993DF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A27BA-B1B7-EAB2-EFE4-6CC3EA434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Assessment 2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462759-B15D-1E29-3800-66DEEAF46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Attendance Code: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B700F4-8F24-4F69-8C5C-A927B7C039C8}"/>
              </a:ext>
            </a:extLst>
          </p:cNvPr>
          <p:cNvSpPr txBox="1"/>
          <p:nvPr/>
        </p:nvSpPr>
        <p:spPr>
          <a:xfrm>
            <a:off x="3906982" y="2042556"/>
            <a:ext cx="3606693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Project Poster + Artefact</a:t>
            </a:r>
          </a:p>
          <a:p>
            <a:r>
              <a:rPr lang="en-GB" b="1" dirty="0"/>
              <a:t>[All team members collaborate]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Blackboard Journal Sprint Reviews</a:t>
            </a:r>
          </a:p>
          <a:p>
            <a:r>
              <a:rPr lang="en-GB" b="1" dirty="0"/>
              <a:t>[Individual]</a:t>
            </a:r>
          </a:p>
          <a:p>
            <a:endParaRPr lang="en-GB" b="1" dirty="0"/>
          </a:p>
          <a:p>
            <a:endParaRPr lang="en-GB" b="1" dirty="0"/>
          </a:p>
          <a:p>
            <a:endParaRPr lang="en-GB" b="1" dirty="0"/>
          </a:p>
          <a:p>
            <a:r>
              <a:rPr lang="en-GB" dirty="0"/>
              <a:t>Anonymous Peer Assessment</a:t>
            </a:r>
          </a:p>
          <a:p>
            <a:r>
              <a:rPr lang="en-GB" b="1" dirty="0"/>
              <a:t>[Individual]</a:t>
            </a:r>
          </a:p>
        </p:txBody>
      </p:sp>
      <p:pic>
        <p:nvPicPr>
          <p:cNvPr id="1028" name="Picture 4" descr="The 5 Levels of Sprint Races: What is Attainable? | Neuff Athletic — Neuff  Athletic Equipment">
            <a:extLst>
              <a:ext uri="{FF2B5EF4-FFF2-40B4-BE49-F238E27FC236}">
                <a16:creationId xmlns:a16="http://schemas.microsoft.com/office/drawing/2014/main" id="{3A941E1B-0645-99C4-47CE-512F3C9D97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" y="3602754"/>
            <a:ext cx="2742059" cy="959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eer Relationships at work: How to improve, Examples and Importance">
            <a:extLst>
              <a:ext uri="{FF2B5EF4-FFF2-40B4-BE49-F238E27FC236}">
                <a16:creationId xmlns:a16="http://schemas.microsoft.com/office/drawing/2014/main" id="{9FB581DD-04C5-DD26-45AD-77913318E3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433" y="4747129"/>
            <a:ext cx="2119257" cy="1188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104: How to Give a Perfect Poster Presentation - Hello PhD">
            <a:extLst>
              <a:ext uri="{FF2B5EF4-FFF2-40B4-BE49-F238E27FC236}">
                <a16:creationId xmlns:a16="http://schemas.microsoft.com/office/drawing/2014/main" id="{84034833-3104-3A81-500D-AFAA653684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" y="1695778"/>
            <a:ext cx="2742059" cy="1498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89134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People at the meeting desk">
            <a:extLst>
              <a:ext uri="{FF2B5EF4-FFF2-40B4-BE49-F238E27FC236}">
                <a16:creationId xmlns:a16="http://schemas.microsoft.com/office/drawing/2014/main" id="{FA954394-74A5-1A44-8CC3-E561DB50F6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6BB6B482-ACCA-4938-8AEA-49D525C17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46905" y="46904"/>
            <a:ext cx="6865150" cy="6771342"/>
          </a:xfrm>
          <a:prstGeom prst="rect">
            <a:avLst/>
          </a:prstGeom>
          <a:gradFill>
            <a:gsLst>
              <a:gs pos="42000">
                <a:srgbClr val="000000">
                  <a:alpha val="18000"/>
                </a:srgbClr>
              </a:gs>
              <a:gs pos="0">
                <a:srgbClr val="000000">
                  <a:alpha val="0"/>
                </a:srgbClr>
              </a:gs>
              <a:gs pos="100000">
                <a:srgbClr val="000000">
                  <a:alpha val="39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7AC7D8-BC16-D4BC-6B5D-7D28AC040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871759"/>
            <a:ext cx="5067300" cy="349704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>
                <a:solidFill>
                  <a:srgbClr val="FFFFFF"/>
                </a:solidFill>
              </a:rPr>
              <a:t>Work in a team to develop software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CF1F7A-0394-4CF3-4CFC-3C64D88905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5157694"/>
            <a:ext cx="5019676" cy="976406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10000"/>
              </a:lnSpc>
            </a:pPr>
            <a:endParaRPr lang="en-US" sz="2000">
              <a:solidFill>
                <a:srgbClr val="FFFFFF"/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algn="tl" rotWithShape="0">
              <a:prstClr val="black">
                <a:alpha val="13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7989A0-BAA0-9606-FC5D-8E73B60D6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Attendance Code: </a:t>
            </a:r>
          </a:p>
        </p:txBody>
      </p:sp>
    </p:spTree>
    <p:extLst>
      <p:ext uri="{BB962C8B-B14F-4D97-AF65-F5344CB8AC3E}">
        <p14:creationId xmlns:p14="http://schemas.microsoft.com/office/powerpoint/2010/main" val="12617678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80A82E-DA45-D9C0-C811-9A53E3FD98B4}"/>
              </a:ext>
            </a:extLst>
          </p:cNvPr>
          <p:cNvSpPr txBox="1"/>
          <p:nvPr/>
        </p:nvSpPr>
        <p:spPr>
          <a:xfrm>
            <a:off x="685800" y="899024"/>
            <a:ext cx="3076032" cy="391494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700" cap="all" spc="30">
                <a:latin typeface="+mj-lt"/>
                <a:ea typeface="+mj-ea"/>
                <a:cs typeface="+mj-cs"/>
              </a:rPr>
              <a:t>What are the benefits and possible issues when working in a team?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3716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B88CBB0E-DFB0-60F5-EEB0-C651B4A007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3675" y="723901"/>
            <a:ext cx="5383148" cy="5410200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E5080A0-A8D6-FFC3-C559-706FEF21F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4088" y="6356350"/>
            <a:ext cx="453972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 dirty="0">
                <a:solidFill>
                  <a:schemeClr val="tx1"/>
                </a:solidFill>
                <a:latin typeface="+mj-lt"/>
                <a:ea typeface="+mn-ea"/>
                <a:cs typeface="+mn-cs"/>
              </a:rPr>
              <a:t>Attendance Code: </a:t>
            </a:r>
          </a:p>
        </p:txBody>
      </p:sp>
    </p:spTree>
    <p:extLst>
      <p:ext uri="{BB962C8B-B14F-4D97-AF65-F5344CB8AC3E}">
        <p14:creationId xmlns:p14="http://schemas.microsoft.com/office/powerpoint/2010/main" val="3390402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32A71-A013-2E38-3B18-E7782D8F4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5537FE-EE05-92A3-99AB-2F687F434A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Each team member will be required to sign a ‘</a:t>
            </a:r>
            <a:r>
              <a:rPr lang="en-GB" b="1" u="sng" dirty="0"/>
              <a:t>contract</a:t>
            </a:r>
            <a:r>
              <a:rPr lang="en-GB" dirty="0"/>
              <a:t>’.</a:t>
            </a:r>
          </a:p>
          <a:p>
            <a:r>
              <a:rPr lang="en-GB" dirty="0"/>
              <a:t>Regular team meetings with academic guide/supervisor.</a:t>
            </a:r>
          </a:p>
          <a:p>
            <a:endParaRPr lang="en-GB" dirty="0"/>
          </a:p>
          <a:p>
            <a:r>
              <a:rPr lang="en-GB" dirty="0"/>
              <a:t>Individual contributions are calculated from the Peer Assessments. </a:t>
            </a:r>
          </a:p>
          <a:p>
            <a:pPr lvl="1"/>
            <a:r>
              <a:rPr lang="en-GB" dirty="0"/>
              <a:t>A ‘</a:t>
            </a:r>
            <a:r>
              <a:rPr lang="en-GB" b="1" dirty="0"/>
              <a:t>Grade Calculator</a:t>
            </a:r>
            <a:r>
              <a:rPr lang="en-GB" dirty="0"/>
              <a:t>’ will work out your final grade from the peer assessment and the overall mark for the assessment.</a:t>
            </a:r>
          </a:p>
          <a:p>
            <a:pPr lvl="1"/>
            <a:r>
              <a:rPr lang="en-GB" dirty="0"/>
              <a:t>If there is a disagreement among the team, the ‘</a:t>
            </a:r>
            <a:r>
              <a:rPr lang="en-GB" b="1" dirty="0"/>
              <a:t>Dispute Resolution Process</a:t>
            </a:r>
            <a:r>
              <a:rPr lang="en-GB" dirty="0"/>
              <a:t>’ will need to be followed.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F58181-5B9E-92BE-274E-3CE3FFE316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2994" y="922096"/>
            <a:ext cx="3138906" cy="2023123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EF37CD-777B-C9F6-BE0E-4BE0EA25B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Attendance Code: </a:t>
            </a:r>
          </a:p>
        </p:txBody>
      </p:sp>
    </p:spTree>
    <p:extLst>
      <p:ext uri="{BB962C8B-B14F-4D97-AF65-F5344CB8AC3E}">
        <p14:creationId xmlns:p14="http://schemas.microsoft.com/office/powerpoint/2010/main" val="3954879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FF399-4D87-0F68-7EA0-F18EF031A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eamwork Memes: 25 Funny Images To Inspire Your Teams">
            <a:extLst>
              <a:ext uri="{FF2B5EF4-FFF2-40B4-BE49-F238E27FC236}">
                <a16:creationId xmlns:a16="http://schemas.microsoft.com/office/drawing/2014/main" id="{C899A6F5-0EDC-19FE-21FF-08CC8D3EE3C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30" t="22946"/>
          <a:stretch/>
        </p:blipFill>
        <p:spPr bwMode="auto">
          <a:xfrm>
            <a:off x="2662570" y="786809"/>
            <a:ext cx="6866860" cy="5284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680B89C-11A9-556A-FA62-51CC6C595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Attendance Code: </a:t>
            </a:r>
          </a:p>
        </p:txBody>
      </p:sp>
    </p:spTree>
    <p:extLst>
      <p:ext uri="{BB962C8B-B14F-4D97-AF65-F5344CB8AC3E}">
        <p14:creationId xmlns:p14="http://schemas.microsoft.com/office/powerpoint/2010/main" val="18737639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B477B-A1AF-6D02-46E7-049201DDC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are ‘sprints’?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E63430-6974-4FE6-8EBD-27BB37D2F3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2293126"/>
            <a:ext cx="11175932" cy="3636088"/>
          </a:xfrm>
        </p:spPr>
        <p:txBody>
          <a:bodyPr>
            <a:normAutofit/>
          </a:bodyPr>
          <a:lstStyle/>
          <a:p>
            <a:r>
              <a:rPr lang="en-GB" dirty="0"/>
              <a:t>A </a:t>
            </a:r>
            <a:r>
              <a:rPr lang="en-GB" b="1" dirty="0"/>
              <a:t>sprint</a:t>
            </a:r>
            <a:r>
              <a:rPr lang="en-GB" dirty="0"/>
              <a:t> is a </a:t>
            </a:r>
            <a:r>
              <a:rPr lang="en-GB" b="1" dirty="0"/>
              <a:t>short</a:t>
            </a:r>
            <a:r>
              <a:rPr lang="en-GB" dirty="0"/>
              <a:t>, </a:t>
            </a:r>
            <a:r>
              <a:rPr lang="en-GB" b="1" dirty="0"/>
              <a:t>time-boxed</a:t>
            </a:r>
            <a:r>
              <a:rPr lang="en-GB" dirty="0"/>
              <a:t> period when a team works to complete </a:t>
            </a:r>
            <a:r>
              <a:rPr lang="en-GB" b="1" dirty="0"/>
              <a:t>a set amount of work</a:t>
            </a:r>
            <a:r>
              <a:rPr lang="en-GB" dirty="0"/>
              <a:t>.</a:t>
            </a:r>
          </a:p>
          <a:p>
            <a:r>
              <a:rPr lang="en-GB" dirty="0"/>
              <a:t>At the end of every sprint, you can review the progress on the sprint tasks and problems faced.</a:t>
            </a:r>
          </a:p>
          <a:p>
            <a:r>
              <a:rPr lang="en-GB" dirty="0"/>
              <a:t>Sprints are at the very heart of scrum and agile methodologies, and getting sprints right will help your agile team ship better software with fewer problems.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C771BA-4CF4-9A62-E74F-D643617D4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Attendance Code: </a:t>
            </a:r>
          </a:p>
        </p:txBody>
      </p:sp>
    </p:spTree>
    <p:extLst>
      <p:ext uri="{BB962C8B-B14F-4D97-AF65-F5344CB8AC3E}">
        <p14:creationId xmlns:p14="http://schemas.microsoft.com/office/powerpoint/2010/main" val="3473365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CAAA6-C942-A5F4-25CA-B9E9A2DC6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B032D-E7AC-B6DF-C9B6-E75647031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are ‘sprints’?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DCAF58-B9F3-F00F-9A4B-A4E755158C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2293126"/>
            <a:ext cx="11175932" cy="3636088"/>
          </a:xfrm>
        </p:spPr>
        <p:txBody>
          <a:bodyPr>
            <a:normAutofit/>
          </a:bodyPr>
          <a:lstStyle/>
          <a:p>
            <a:r>
              <a:rPr lang="en-GB" b="1" dirty="0"/>
              <a:t>Sprint 0</a:t>
            </a:r>
            <a:r>
              <a:rPr lang="en-GB" dirty="0"/>
              <a:t>: (Sem A ~week 2) Deliverables: setting up the team, initial project ideas and team meeting.</a:t>
            </a:r>
          </a:p>
          <a:p>
            <a:r>
              <a:rPr lang="en-GB" b="1" dirty="0"/>
              <a:t>Sprint 1</a:t>
            </a:r>
            <a:r>
              <a:rPr lang="en-GB" dirty="0"/>
              <a:t>: (Sem A ~week 6) Deliverables: project proposal, project requirements, proposal documentation. </a:t>
            </a:r>
          </a:p>
          <a:p>
            <a:endParaRPr lang="en-GB" dirty="0"/>
          </a:p>
          <a:p>
            <a:r>
              <a:rPr lang="en-GB" b="1" dirty="0"/>
              <a:t>Sprint 2</a:t>
            </a:r>
            <a:r>
              <a:rPr lang="en-GB" dirty="0"/>
              <a:t>: (Sem B ~week 10-12) Deliverables: formative MVP (Minimum Viable Product)</a:t>
            </a:r>
          </a:p>
          <a:p>
            <a:r>
              <a:rPr lang="en-GB" b="1" dirty="0"/>
              <a:t>Sprint 3</a:t>
            </a:r>
            <a:r>
              <a:rPr lang="en-GB" dirty="0"/>
              <a:t>: (Sem B ~week 24) Deliverables: formative Artefact</a:t>
            </a:r>
          </a:p>
          <a:p>
            <a:r>
              <a:rPr lang="en-GB" b="1" dirty="0"/>
              <a:t>Sprint 4</a:t>
            </a:r>
            <a:r>
              <a:rPr lang="en-GB" dirty="0"/>
              <a:t>: (Sem B ~week 30) Assessment Deliverables: Artefact, Documentation, Poster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3CF1AA-1C25-039E-DBE1-B6787294F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Attendance Code: </a:t>
            </a:r>
          </a:p>
        </p:txBody>
      </p:sp>
    </p:spTree>
    <p:extLst>
      <p:ext uri="{BB962C8B-B14F-4D97-AF65-F5344CB8AC3E}">
        <p14:creationId xmlns:p14="http://schemas.microsoft.com/office/powerpoint/2010/main" val="1343468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31" name="Straight Connector 1030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3" name="Straight Connector 1032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035" name="Rectangle 1034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Motivation">
            <a:extLst>
              <a:ext uri="{FF2B5EF4-FFF2-40B4-BE49-F238E27FC236}">
                <a16:creationId xmlns:a16="http://schemas.microsoft.com/office/drawing/2014/main" id="{D8786A20-A898-DECB-FB16-7C6B7F8AB6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7" y="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7" name="Rectangle 1036">
            <a:extLst>
              <a:ext uri="{FF2B5EF4-FFF2-40B4-BE49-F238E27FC236}">
                <a16:creationId xmlns:a16="http://schemas.microsoft.com/office/drawing/2014/main" id="{612349FF-7742-42ED-ADF3-238B5DDD17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307" y="4237318"/>
            <a:ext cx="12188952" cy="2620682"/>
          </a:xfrm>
          <a:prstGeom prst="rect">
            <a:avLst/>
          </a:prstGeom>
          <a:gradFill>
            <a:gsLst>
              <a:gs pos="42000">
                <a:srgbClr val="000000">
                  <a:alpha val="14000"/>
                </a:srgbClr>
              </a:gs>
              <a:gs pos="0">
                <a:srgbClr val="000000">
                  <a:alpha val="0"/>
                </a:srgbClr>
              </a:gs>
              <a:gs pos="100000">
                <a:srgbClr val="000000">
                  <a:alpha val="31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3A083BC-380A-29B2-CC1B-16BDC46AB9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4745" y="4776042"/>
            <a:ext cx="7987748" cy="1681905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lvl="1">
              <a:lnSpc>
                <a:spcPct val="100000"/>
              </a:lnSpc>
              <a:spcBef>
                <a:spcPts val="1000"/>
              </a:spcBef>
            </a:pPr>
            <a:r>
              <a:rPr lang="en-US" sz="1900" dirty="0">
                <a:solidFill>
                  <a:srgbClr val="FFFFFF"/>
                </a:solidFill>
              </a:rPr>
              <a:t>Do one thing – no matter how small – towards your assessments each day.</a:t>
            </a:r>
          </a:p>
          <a:p>
            <a:pPr marL="0" lvl="1">
              <a:lnSpc>
                <a:spcPct val="100000"/>
              </a:lnSpc>
              <a:spcBef>
                <a:spcPts val="1000"/>
              </a:spcBef>
            </a:pPr>
            <a:r>
              <a:rPr lang="en-US" sz="1900" dirty="0">
                <a:solidFill>
                  <a:srgbClr val="FFFFFF"/>
                </a:solidFill>
              </a:rPr>
              <a:t>Helps keep you motivated – what did you do today?</a:t>
            </a:r>
          </a:p>
          <a:p>
            <a:pPr marL="0" lvl="1">
              <a:lnSpc>
                <a:spcPct val="100000"/>
              </a:lnSpc>
              <a:spcBef>
                <a:spcPts val="1000"/>
              </a:spcBef>
            </a:pPr>
            <a:r>
              <a:rPr lang="en-US" sz="1900" dirty="0">
                <a:solidFill>
                  <a:srgbClr val="FFFFFF"/>
                </a:solidFill>
              </a:rPr>
              <a:t>Have a look at </a:t>
            </a:r>
            <a:r>
              <a:rPr lang="en-US" sz="1900" dirty="0">
                <a:solidFill>
                  <a:srgbClr val="FFFFFF"/>
                </a:solidFill>
                <a:hlinkClick r:id="rId3"/>
              </a:rPr>
              <a:t>https://www.youtube.com/watch?v=bxtv5XB7eIA</a:t>
            </a:r>
            <a:r>
              <a:rPr lang="en-US" sz="1900" dirty="0">
                <a:solidFill>
                  <a:srgbClr val="FFFFFF"/>
                </a:solidFill>
              </a:rPr>
              <a:t> </a:t>
            </a:r>
          </a:p>
          <a:p>
            <a:pPr marL="0" lvl="1">
              <a:lnSpc>
                <a:spcPct val="100000"/>
              </a:lnSpc>
              <a:spcBef>
                <a:spcPts val="1000"/>
              </a:spcBef>
            </a:pPr>
            <a:r>
              <a:rPr lang="en-US" sz="1900" dirty="0">
                <a:solidFill>
                  <a:srgbClr val="FFFFFF"/>
                </a:solidFill>
              </a:rPr>
              <a:t>Or even </a:t>
            </a:r>
            <a:r>
              <a:rPr lang="en-US" sz="1900" dirty="0">
                <a:solidFill>
                  <a:srgbClr val="FFFFFF"/>
                </a:solidFill>
                <a:hlinkClick r:id="rId4"/>
              </a:rPr>
              <a:t>https://www.reddit.com/r/NonZeroDay/</a:t>
            </a:r>
            <a:r>
              <a:rPr lang="en-US" sz="1900" dirty="0">
                <a:solidFill>
                  <a:srgbClr val="FFFFFF"/>
                </a:solidFill>
              </a:rPr>
              <a:t> </a:t>
            </a:r>
          </a:p>
          <a:p>
            <a:pPr>
              <a:lnSpc>
                <a:spcPct val="100000"/>
              </a:lnSpc>
            </a:pPr>
            <a:endParaRPr lang="en-US" sz="900" dirty="0">
              <a:solidFill>
                <a:srgbClr val="FFFFFF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0CE7F3-097C-DB7E-2310-14061843E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4088" y="6356350"/>
            <a:ext cx="453972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rgbClr val="FFFFFF"/>
                </a:solidFill>
                <a:latin typeface="+mj-lt"/>
                <a:ea typeface="+mn-ea"/>
                <a:cs typeface="+mn-cs"/>
              </a:rPr>
              <a:t>Attendance Code: </a:t>
            </a:r>
          </a:p>
        </p:txBody>
      </p:sp>
    </p:spTree>
    <p:extLst>
      <p:ext uri="{BB962C8B-B14F-4D97-AF65-F5344CB8AC3E}">
        <p14:creationId xmlns:p14="http://schemas.microsoft.com/office/powerpoint/2010/main" val="17422288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3622A2-9287-45BB-69DB-82573CAFE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9661A307-687E-6102-21AC-9A4F1FBED5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63B1D9-5C9F-44C2-C3F9-0A9C2E305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799763" cy="1473200"/>
          </a:xfrm>
        </p:spPr>
        <p:txBody>
          <a:bodyPr>
            <a:normAutofit/>
          </a:bodyPr>
          <a:lstStyle/>
          <a:p>
            <a:r>
              <a:rPr lang="en-GB" sz="3600" dirty="0"/>
              <a:t>Summary</a:t>
            </a:r>
          </a:p>
        </p:txBody>
      </p:sp>
      <p:cxnSp>
        <p:nvCxnSpPr>
          <p:cNvPr id="3081" name="Straight Connector 3080">
            <a:extLst>
              <a:ext uri="{FF2B5EF4-FFF2-40B4-BE49-F238E27FC236}">
                <a16:creationId xmlns:a16="http://schemas.microsoft.com/office/drawing/2014/main" id="{3D7CF089-47E6-2075-5CA5-C65903BB5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04D9EB-FCBB-3560-64C9-D099119937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8" y="2387600"/>
            <a:ext cx="3799763" cy="3767328"/>
          </a:xfrm>
        </p:spPr>
        <p:txBody>
          <a:bodyPr>
            <a:normAutofit/>
          </a:bodyPr>
          <a:lstStyle/>
          <a:p>
            <a:r>
              <a:rPr lang="en-GB" dirty="0"/>
              <a:t>Module Introduction</a:t>
            </a:r>
          </a:p>
          <a:p>
            <a:pPr lvl="1"/>
            <a:r>
              <a:rPr lang="en-GB" dirty="0"/>
              <a:t>Staff, lecture sessions, supervisors</a:t>
            </a:r>
          </a:p>
          <a:p>
            <a:r>
              <a:rPr lang="en-GB" dirty="0"/>
              <a:t>Module Assessment</a:t>
            </a:r>
          </a:p>
          <a:p>
            <a:pPr lvl="1"/>
            <a:r>
              <a:rPr lang="en-GB" dirty="0"/>
              <a:t>Peer assessment</a:t>
            </a:r>
          </a:p>
          <a:p>
            <a:pPr lvl="1"/>
            <a:r>
              <a:rPr lang="en-GB" dirty="0"/>
              <a:t>Assessment requirements</a:t>
            </a:r>
          </a:p>
          <a:p>
            <a:r>
              <a:rPr lang="en-GB" dirty="0"/>
              <a:t>Working in a Team</a:t>
            </a:r>
          </a:p>
          <a:p>
            <a:r>
              <a:rPr lang="en-GB" dirty="0"/>
              <a:t>Sprints</a:t>
            </a:r>
          </a:p>
          <a:p>
            <a:endParaRPr lang="en-GB" dirty="0"/>
          </a:p>
        </p:txBody>
      </p:sp>
      <p:pic>
        <p:nvPicPr>
          <p:cNvPr id="3074" name="Picture 2" descr="grayscale photography of people sitting on crowd chair">
            <a:extLst>
              <a:ext uri="{FF2B5EF4-FFF2-40B4-BE49-F238E27FC236}">
                <a16:creationId xmlns:a16="http://schemas.microsoft.com/office/drawing/2014/main" id="{F2A44FCC-8064-2F79-9ABB-8CF32F3503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814" b="-1"/>
          <a:stretch>
            <a:fillRect/>
          </a:stretch>
        </p:blipFill>
        <p:spPr bwMode="auto">
          <a:xfrm>
            <a:off x="4981575" y="735286"/>
            <a:ext cx="6495042" cy="5419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7C8248-5505-D2AB-BAE1-DF505071B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4088" y="6356350"/>
            <a:ext cx="4539727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Attendance Code: </a:t>
            </a:r>
          </a:p>
        </p:txBody>
      </p:sp>
    </p:spTree>
    <p:extLst>
      <p:ext uri="{BB962C8B-B14F-4D97-AF65-F5344CB8AC3E}">
        <p14:creationId xmlns:p14="http://schemas.microsoft.com/office/powerpoint/2010/main" val="2508244689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AnalogousFromLightSeedLeftStep">
      <a:dk1>
        <a:srgbClr val="000000"/>
      </a:dk1>
      <a:lt1>
        <a:srgbClr val="FFFFFF"/>
      </a:lt1>
      <a:dk2>
        <a:srgbClr val="3E2441"/>
      </a:dk2>
      <a:lt2>
        <a:srgbClr val="E8E6E2"/>
      </a:lt2>
      <a:accent1>
        <a:srgbClr val="96A3C6"/>
      </a:accent1>
      <a:accent2>
        <a:srgbClr val="7FA7BA"/>
      </a:accent2>
      <a:accent3>
        <a:srgbClr val="82ACA8"/>
      </a:accent3>
      <a:accent4>
        <a:srgbClr val="77AE92"/>
      </a:accent4>
      <a:accent5>
        <a:srgbClr val="81AC84"/>
      </a:accent5>
      <a:accent6>
        <a:srgbClr val="8AAE77"/>
      </a:accent6>
      <a:hlink>
        <a:srgbClr val="908157"/>
      </a:hlink>
      <a:folHlink>
        <a:srgbClr val="7F7F7F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1239</TotalTime>
  <Words>645</Words>
  <Application>Microsoft Office PowerPoint</Application>
  <PresentationFormat>Widescreen</PresentationFormat>
  <Paragraphs>118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Univers Condensed</vt:lpstr>
      <vt:lpstr>Calisto MT</vt:lpstr>
      <vt:lpstr>Calibri</vt:lpstr>
      <vt:lpstr>ChronicleVTI</vt:lpstr>
      <vt:lpstr>Question of the day!</vt:lpstr>
      <vt:lpstr>PowerPoint Presentation</vt:lpstr>
      <vt:lpstr>CMP2804  Team Software Engineering</vt:lpstr>
      <vt:lpstr>PowerPoint Presentation</vt:lpstr>
      <vt:lpstr>Module Details</vt:lpstr>
      <vt:lpstr>PowerPoint Presentation</vt:lpstr>
      <vt:lpstr>PowerPoint Presentation</vt:lpstr>
      <vt:lpstr>Peer assessment</vt:lpstr>
      <vt:lpstr>PowerPoint Presentation</vt:lpstr>
      <vt:lpstr>Assessment 1</vt:lpstr>
      <vt:lpstr>Assessment 2</vt:lpstr>
      <vt:lpstr>Work in a team to develop software</vt:lpstr>
      <vt:lpstr>PowerPoint Presentation</vt:lpstr>
      <vt:lpstr>PowerPoint Presentation</vt:lpstr>
      <vt:lpstr>PowerPoint Presentation</vt:lpstr>
      <vt:lpstr>What are ‘sprints’?</vt:lpstr>
      <vt:lpstr>What are ‘sprints’?</vt:lpstr>
      <vt:lpstr>PowerPoint Presentation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CMP2804  Team Software Engineering</dc:title>
  <dc:creator>Mark Doughty</dc:creator>
  <cp:lastModifiedBy>Mark Doughty</cp:lastModifiedBy>
  <cp:revision>6</cp:revision>
  <dcterms:created xsi:type="dcterms:W3CDTF">2023-09-15T14:02:37Z</dcterms:created>
  <dcterms:modified xsi:type="dcterms:W3CDTF">2025-09-25T13:46:11Z</dcterms:modified>
</cp:coreProperties>
</file>